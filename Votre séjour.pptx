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70" r:id="rId3"/>
    <p:sldId id="256" r:id="rId4"/>
    <p:sldId id="257" r:id="rId5"/>
    <p:sldId id="269" r:id="rId6"/>
    <p:sldId id="268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906FD-4803-4186-AC22-408BCA7033A0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47BA4-FF85-456E-B55F-DDFD04F5EC0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8617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47BA4-FF85-456E-B55F-DDFD04F5EC00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60514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0F44FB-FE4B-CD1E-BB8F-BE285E35C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EE4BEA-DA38-8944-1DBF-A3BD7AE06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C3F42B-9535-EAD2-E017-33B4EA11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6683CC-5856-DC3F-87E4-AA73343A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CA3A46-399C-4241-E363-DBD1CEF5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4105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BA2170-39BF-BC53-5C2A-CE9D4D69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686249-5D18-8B8D-6F0B-91A143C09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4A8CD5-5D4D-5EB4-6211-20F67D59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7350B6-6C82-BF35-AB2F-CFD90E5F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C5F47A-7FBA-D1BC-FD7A-A8BBD938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1765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4ADEEC-7569-755A-B08B-006B7579F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BBBEE1-6C7A-EB70-098C-AFCCF3BED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BEE758-1EAB-6188-48ED-424C945A0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CE2830-878E-EDE8-F306-BE2F7F5FD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06BD37-6C44-39E7-99CE-23A0B958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6143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BEE677-6607-A7F1-5C4D-28CDC6C7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1DA61E-9D7D-862A-CF3B-13750C46A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7F7859-D24D-EF4F-3BB5-EC310B784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5FC224-FBC8-F8D3-EDC2-07583920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D68317-8B34-14D2-663F-58F31EAD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66FDE7-7247-076B-EF67-31EC3030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101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4BDDF-7C0B-FC28-00A1-60494201B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74B8DF-2347-F4BC-4120-844201660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EFC73D-E18B-D8BB-607A-428498D2F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5FA9B26-924A-376B-AD1C-925A8D44A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AE99F2-6BFF-6B2A-B383-EB94E691F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F5E71D2-5B03-4B2B-177E-82D32429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82DD38-5BA7-CBCD-7CC0-1CAFCE19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F4826B3-786D-6BE1-83B9-1C13D866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77608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AFFE1-C4DB-8351-E45E-73BB0983E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47245F8-71F2-0A48-B3A4-C914EEB5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10EE165-3CA1-9A29-B8E3-46283821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FFCF9E-585C-4E38-CA67-9EE7E19F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75344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7A73B93-2A86-6ED1-C239-6A9E1059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432009E-1FDA-C442-7C5B-C577DD8C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C5B12E-3544-5E1A-5070-3CFE70DB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7789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5B914-40CF-43BA-F779-A97C14C96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5A3558-513A-DF7D-5D78-0BC39DDF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94FDB2-0535-7C72-4A52-6686C0277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EA2F68-9B0F-DB58-4FDE-C85E03DF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563A0F-809B-1B17-9337-9CF604F1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2914A9-EF8C-7995-200B-773947AA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3140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7511E6-C44C-F605-3D69-0D4CF6EC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40EE088-A331-2931-FA53-4B36DD463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874347-E462-2D49-39D7-224B4AEF3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C891D6-689C-593E-3230-0923F25C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493B6B-44B6-E6C1-1C3C-02E9F0C7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784EC9-9578-E7F7-096D-75C2306E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98396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C6F4CB-E620-2F43-70D5-17FAA1AC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B9B739-C92D-8D32-FB9F-F0724DAD4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279DA3-0AC5-F5C5-C5D6-F8EF742D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26216B-F67A-836B-E4CF-2731BDDC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AAE618-C7A2-22BB-5F8D-73148AC8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92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B563F8F-E9B0-79E9-85C8-D11DA9A79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507037-0247-356C-F197-5E74BF48A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713CAF-F4BB-9CE3-659B-B75157EA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19B558-B066-C31A-356D-EF04BF11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E9CF95-F67F-29C3-E7AE-9C761D20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956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B4E1A8-A7C9-8B01-0021-F8013358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A34B18-A887-993C-196F-353F3F2E8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475F36-5DC6-BA93-0A5D-B65CF934E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D03C0-7F2E-493C-A6DA-F31A68E92A22}" type="datetimeFigureOut">
              <a:rPr lang="fr-BE" smtClean="0"/>
              <a:t>09-09-26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06C464-E724-0458-A75B-FDE96652A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99272E-9E3D-F6E2-2BC0-5298A0094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2320D-28A3-436C-A390-F42A043F864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562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7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3.svg"/><Relationship Id="rId5" Type="http://schemas.openxmlformats.org/officeDocument/2006/relationships/image" Target="../media/image16.svg"/><Relationship Id="rId15" Type="http://schemas.openxmlformats.org/officeDocument/2006/relationships/image" Target="../media/image9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22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24.png"/><Relationship Id="rId5" Type="http://schemas.openxmlformats.org/officeDocument/2006/relationships/image" Target="../media/image6.sv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3.svg"/><Relationship Id="rId9" Type="http://schemas.openxmlformats.org/officeDocument/2006/relationships/image" Target="../media/image9.sv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7.svg"/><Relationship Id="rId7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microsoft.com/office/2007/relationships/hdphoto" Target="../media/hdphoto3.wdp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B3A5-2919-8977-B03F-282E81A20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>
            <a:extLst>
              <a:ext uri="{FF2B5EF4-FFF2-40B4-BE49-F238E27FC236}">
                <a16:creationId xmlns:a16="http://schemas.microsoft.com/office/drawing/2014/main" id="{F6B94201-D47F-C040-15EB-CB7CBD63DE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669" y="1702316"/>
            <a:ext cx="3088008" cy="308800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33A1F3FF-550F-856C-8E6E-BE62C93F38C6}"/>
              </a:ext>
            </a:extLst>
          </p:cNvPr>
          <p:cNvSpPr/>
          <p:nvPr/>
        </p:nvSpPr>
        <p:spPr>
          <a:xfrm>
            <a:off x="7647669" y="1702315"/>
            <a:ext cx="3087323" cy="3087323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061912B-28C2-7A7F-0B24-940352217704}"/>
              </a:ext>
            </a:extLst>
          </p:cNvPr>
          <p:cNvCxnSpPr>
            <a:cxnSpLocks/>
          </p:cNvCxnSpPr>
          <p:nvPr/>
        </p:nvCxnSpPr>
        <p:spPr>
          <a:xfrm>
            <a:off x="6105828" y="508820"/>
            <a:ext cx="0" cy="584036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7F21056B-B5D8-CEA0-DFE5-45C1D31E3134}"/>
              </a:ext>
            </a:extLst>
          </p:cNvPr>
          <p:cNvSpPr txBox="1"/>
          <p:nvPr/>
        </p:nvSpPr>
        <p:spPr>
          <a:xfrm>
            <a:off x="8703856" y="4976868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Lamouk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45C0818-45C8-B487-D6CD-74B8D0E21712}"/>
              </a:ext>
            </a:extLst>
          </p:cNvPr>
          <p:cNvSpPr txBox="1"/>
          <p:nvPr/>
        </p:nvSpPr>
        <p:spPr>
          <a:xfrm>
            <a:off x="7738651" y="5370780"/>
            <a:ext cx="17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Iloveyousomuch</a:t>
            </a:r>
            <a:endParaRPr lang="fr-BE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A22D6742-839E-EBA8-874F-92CC159DC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1905" y="5481514"/>
            <a:ext cx="228600" cy="228600"/>
          </a:xfrm>
          <a:prstGeom prst="rect">
            <a:avLst/>
          </a:prstGeom>
        </p:spPr>
      </p:pic>
      <p:grpSp>
        <p:nvGrpSpPr>
          <p:cNvPr id="42" name="Groupe 41">
            <a:extLst>
              <a:ext uri="{FF2B5EF4-FFF2-40B4-BE49-F238E27FC236}">
                <a16:creationId xmlns:a16="http://schemas.microsoft.com/office/drawing/2014/main" id="{91CEA55F-9833-547F-0224-429618731F17}"/>
              </a:ext>
            </a:extLst>
          </p:cNvPr>
          <p:cNvGrpSpPr/>
          <p:nvPr/>
        </p:nvGrpSpPr>
        <p:grpSpPr>
          <a:xfrm>
            <a:off x="5861939" y="504152"/>
            <a:ext cx="468121" cy="468121"/>
            <a:chOff x="5520814" y="504152"/>
            <a:chExt cx="1150372" cy="1150372"/>
          </a:xfrm>
          <a:effectLst/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9407899D-2B91-EE11-56A4-78836FC810A4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23" name="Graphique 22">
              <a:extLst>
                <a:ext uri="{FF2B5EF4-FFF2-40B4-BE49-F238E27FC236}">
                  <a16:creationId xmlns:a16="http://schemas.microsoft.com/office/drawing/2014/main" id="{7406FE8B-7ED8-4DAD-B156-8BD7E9767A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pic>
        <p:nvPicPr>
          <p:cNvPr id="26" name="Graphique 25">
            <a:extLst>
              <a:ext uri="{FF2B5EF4-FFF2-40B4-BE49-F238E27FC236}">
                <a16:creationId xmlns:a16="http://schemas.microsoft.com/office/drawing/2014/main" id="{642A6923-8C2D-3B92-C5DF-E04744C50B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0692" y="5478861"/>
            <a:ext cx="228600" cy="228600"/>
          </a:xfrm>
          <a:prstGeom prst="rect">
            <a:avLst/>
          </a:prstGeom>
        </p:spPr>
      </p:pic>
      <p:pic>
        <p:nvPicPr>
          <p:cNvPr id="39" name="Graphique 38">
            <a:extLst>
              <a:ext uri="{FF2B5EF4-FFF2-40B4-BE49-F238E27FC236}">
                <a16:creationId xmlns:a16="http://schemas.microsoft.com/office/drawing/2014/main" id="{BC923932-6532-C877-D466-008854236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5524" y="1063183"/>
            <a:ext cx="491612" cy="491612"/>
          </a:xfrm>
          <a:prstGeom prst="rect">
            <a:avLst/>
          </a:prstGeom>
        </p:spPr>
      </p:pic>
      <p:grpSp>
        <p:nvGrpSpPr>
          <p:cNvPr id="43" name="Groupe 42">
            <a:extLst>
              <a:ext uri="{FF2B5EF4-FFF2-40B4-BE49-F238E27FC236}">
                <a16:creationId xmlns:a16="http://schemas.microsoft.com/office/drawing/2014/main" id="{F7778B24-DF0D-3AC7-E891-F54F4CD2B17E}"/>
              </a:ext>
            </a:extLst>
          </p:cNvPr>
          <p:cNvGrpSpPr/>
          <p:nvPr/>
        </p:nvGrpSpPr>
        <p:grpSpPr>
          <a:xfrm>
            <a:off x="5861939" y="5881059"/>
            <a:ext cx="468121" cy="468121"/>
            <a:chOff x="5520814" y="504152"/>
            <a:chExt cx="1150372" cy="1150372"/>
          </a:xfrm>
          <a:effectLst/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9D34838A-FFB5-01CC-619B-EA7549ED46FE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45" name="Graphique 44">
              <a:extLst>
                <a:ext uri="{FF2B5EF4-FFF2-40B4-BE49-F238E27FC236}">
                  <a16:creationId xmlns:a16="http://schemas.microsoft.com/office/drawing/2014/main" id="{6392E20B-AB12-8368-67BF-52A77AA02F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C8D8AE41-02D1-B74C-5650-3F6999B7F364}"/>
              </a:ext>
            </a:extLst>
          </p:cNvPr>
          <p:cNvGrpSpPr/>
          <p:nvPr/>
        </p:nvGrpSpPr>
        <p:grpSpPr>
          <a:xfrm>
            <a:off x="5861939" y="4805676"/>
            <a:ext cx="468121" cy="468121"/>
            <a:chOff x="5520814" y="504152"/>
            <a:chExt cx="1150372" cy="1150372"/>
          </a:xfrm>
          <a:effectLst/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DAF79CD-BBFB-ED6A-B0BD-F298E021FF01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48" name="Graphique 47">
              <a:extLst>
                <a:ext uri="{FF2B5EF4-FFF2-40B4-BE49-F238E27FC236}">
                  <a16:creationId xmlns:a16="http://schemas.microsoft.com/office/drawing/2014/main" id="{0465DB8C-4655-494E-5622-D230594651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898B7460-136D-D009-486A-A16C39650041}"/>
              </a:ext>
            </a:extLst>
          </p:cNvPr>
          <p:cNvGrpSpPr/>
          <p:nvPr/>
        </p:nvGrpSpPr>
        <p:grpSpPr>
          <a:xfrm>
            <a:off x="5861939" y="3730295"/>
            <a:ext cx="468121" cy="468121"/>
            <a:chOff x="5520814" y="504152"/>
            <a:chExt cx="1150372" cy="1150372"/>
          </a:xfrm>
          <a:effectLst/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4AF14F7C-266F-C3A1-3FB8-50A4A1BF71AE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51" name="Graphique 50">
              <a:extLst>
                <a:ext uri="{FF2B5EF4-FFF2-40B4-BE49-F238E27FC236}">
                  <a16:creationId xmlns:a16="http://schemas.microsoft.com/office/drawing/2014/main" id="{FE5947CF-5824-D40C-E954-44F962A4E0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30AEE3FE-D0B1-B592-2644-B988CD39262B}"/>
              </a:ext>
            </a:extLst>
          </p:cNvPr>
          <p:cNvGrpSpPr/>
          <p:nvPr/>
        </p:nvGrpSpPr>
        <p:grpSpPr>
          <a:xfrm>
            <a:off x="5861939" y="2654914"/>
            <a:ext cx="468121" cy="468121"/>
            <a:chOff x="5520814" y="504152"/>
            <a:chExt cx="1150372" cy="1150372"/>
          </a:xfrm>
          <a:effectLst/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B5839829-7C43-7D5B-5028-80D86911BD89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54" name="Graphique 53">
              <a:extLst>
                <a:ext uri="{FF2B5EF4-FFF2-40B4-BE49-F238E27FC236}">
                  <a16:creationId xmlns:a16="http://schemas.microsoft.com/office/drawing/2014/main" id="{9F1DE975-4C18-C7EA-52D5-0F7A602CDA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EF498D55-0A8D-EF4C-E7B4-DCE4ABFD60D3}"/>
              </a:ext>
            </a:extLst>
          </p:cNvPr>
          <p:cNvGrpSpPr/>
          <p:nvPr/>
        </p:nvGrpSpPr>
        <p:grpSpPr>
          <a:xfrm>
            <a:off x="5861939" y="1579533"/>
            <a:ext cx="468121" cy="468121"/>
            <a:chOff x="5520814" y="504152"/>
            <a:chExt cx="1150372" cy="1150372"/>
          </a:xfrm>
          <a:effectLst/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D205C301-99BD-3376-3617-285E1BEC307A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57" name="Graphique 56">
              <a:extLst>
                <a:ext uri="{FF2B5EF4-FFF2-40B4-BE49-F238E27FC236}">
                  <a16:creationId xmlns:a16="http://schemas.microsoft.com/office/drawing/2014/main" id="{0A1B7E3B-AC2A-8EFF-AA08-A80F6054B7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pic>
        <p:nvPicPr>
          <p:cNvPr id="65" name="Graphique 64">
            <a:extLst>
              <a:ext uri="{FF2B5EF4-FFF2-40B4-BE49-F238E27FC236}">
                <a16:creationId xmlns:a16="http://schemas.microsoft.com/office/drawing/2014/main" id="{AAB30B1C-FC10-CE78-E7FD-9121917B8A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872773" y="1557721"/>
            <a:ext cx="539807" cy="544232"/>
          </a:xfrm>
          <a:prstGeom prst="rect">
            <a:avLst/>
          </a:prstGeom>
        </p:spPr>
      </p:pic>
      <p:sp>
        <p:nvSpPr>
          <p:cNvPr id="67" name="ZoneTexte 66">
            <a:extLst>
              <a:ext uri="{FF2B5EF4-FFF2-40B4-BE49-F238E27FC236}">
                <a16:creationId xmlns:a16="http://schemas.microsoft.com/office/drawing/2014/main" id="{37B88389-DFFE-E459-4F69-21C71301661A}"/>
              </a:ext>
            </a:extLst>
          </p:cNvPr>
          <p:cNvSpPr txBox="1"/>
          <p:nvPr/>
        </p:nvSpPr>
        <p:spPr>
          <a:xfrm>
            <a:off x="1485862" y="1492966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16:00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6FF0D4C-437A-1D61-FAC1-574295259DEA}"/>
              </a:ext>
            </a:extLst>
          </p:cNvPr>
          <p:cNvSpPr txBox="1"/>
          <p:nvPr/>
        </p:nvSpPr>
        <p:spPr>
          <a:xfrm>
            <a:off x="1485862" y="1862889"/>
            <a:ext cx="317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Check in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413F967-3D8A-9EE3-CD7E-6EF9507D100F}"/>
              </a:ext>
            </a:extLst>
          </p:cNvPr>
          <p:cNvSpPr txBox="1"/>
          <p:nvPr/>
        </p:nvSpPr>
        <p:spPr>
          <a:xfrm>
            <a:off x="1485862" y="3069893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 </a:t>
            </a:r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</a:t>
            </a:r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</a:t>
            </a:r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DE3FDFD-FDE5-67E7-0305-826E81F6D35D}"/>
              </a:ext>
            </a:extLst>
          </p:cNvPr>
          <p:cNvSpPr txBox="1"/>
          <p:nvPr/>
        </p:nvSpPr>
        <p:spPr>
          <a:xfrm>
            <a:off x="1485862" y="3439816"/>
            <a:ext cx="317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Entry code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C91E6CD9-162A-0B9A-4688-14EF618764A4}"/>
              </a:ext>
            </a:extLst>
          </p:cNvPr>
          <p:cNvSpPr txBox="1"/>
          <p:nvPr/>
        </p:nvSpPr>
        <p:spPr>
          <a:xfrm>
            <a:off x="1485862" y="4650767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Parking</a:t>
            </a:r>
          </a:p>
        </p:txBody>
      </p:sp>
      <p:pic>
        <p:nvPicPr>
          <p:cNvPr id="77" name="Graphique 76">
            <a:extLst>
              <a:ext uri="{FF2B5EF4-FFF2-40B4-BE49-F238E27FC236}">
                <a16:creationId xmlns:a16="http://schemas.microsoft.com/office/drawing/2014/main" id="{7734F010-F947-932D-B2F3-5C29D0E86B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0901" y="3144613"/>
            <a:ext cx="543552" cy="544232"/>
          </a:xfrm>
          <a:prstGeom prst="rect">
            <a:avLst/>
          </a:prstGeom>
        </p:spPr>
      </p:pic>
      <p:pic>
        <p:nvPicPr>
          <p:cNvPr id="79" name="Graphique 78">
            <a:extLst>
              <a:ext uri="{FF2B5EF4-FFF2-40B4-BE49-F238E27FC236}">
                <a16:creationId xmlns:a16="http://schemas.microsoft.com/office/drawing/2014/main" id="{1F73FA76-11D2-CFC7-8394-ABBCB8FD150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0901" y="4733861"/>
            <a:ext cx="543552" cy="544232"/>
          </a:xfrm>
          <a:prstGeom prst="rect">
            <a:avLst/>
          </a:prstGeom>
        </p:spPr>
      </p:pic>
      <p:sp>
        <p:nvSpPr>
          <p:cNvPr id="81" name="ZoneTexte 80">
            <a:extLst>
              <a:ext uri="{FF2B5EF4-FFF2-40B4-BE49-F238E27FC236}">
                <a16:creationId xmlns:a16="http://schemas.microsoft.com/office/drawing/2014/main" id="{9B567C47-5B35-D96C-B46F-5DBDA505F039}"/>
              </a:ext>
            </a:extLst>
          </p:cNvPr>
          <p:cNvSpPr txBox="1"/>
          <p:nvPr/>
        </p:nvSpPr>
        <p:spPr>
          <a:xfrm>
            <a:off x="1485862" y="5016152"/>
            <a:ext cx="317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Outside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in the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alley</a:t>
            </a:r>
            <a:endParaRPr lang="fr-BE" sz="14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95" name="Graphique 94">
            <a:extLst>
              <a:ext uri="{FF2B5EF4-FFF2-40B4-BE49-F238E27FC236}">
                <a16:creationId xmlns:a16="http://schemas.microsoft.com/office/drawing/2014/main" id="{78A4F289-6F3F-9B37-E50F-8A4E203F0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4601" y="3170191"/>
            <a:ext cx="228600" cy="228600"/>
          </a:xfrm>
          <a:prstGeom prst="rect">
            <a:avLst/>
          </a:prstGeom>
        </p:spPr>
      </p:pic>
      <p:pic>
        <p:nvPicPr>
          <p:cNvPr id="97" name="Graphique 96">
            <a:extLst>
              <a:ext uri="{FF2B5EF4-FFF2-40B4-BE49-F238E27FC236}">
                <a16:creationId xmlns:a16="http://schemas.microsoft.com/office/drawing/2014/main" id="{78805029-907F-C31E-6FC6-124679829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2113" y="3170191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15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F62E-409B-6943-3AC9-AA1B186E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6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>
            <a:extLst>
              <a:ext uri="{FF2B5EF4-FFF2-40B4-BE49-F238E27FC236}">
                <a16:creationId xmlns:a16="http://schemas.microsoft.com/office/drawing/2014/main" id="{B85B0BAC-5177-2AC2-82F5-BB9B497D15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669" y="1702316"/>
            <a:ext cx="3088008" cy="308800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C859D6B4-B3B7-5800-FFD9-5FCB0091D001}"/>
              </a:ext>
            </a:extLst>
          </p:cNvPr>
          <p:cNvSpPr/>
          <p:nvPr/>
        </p:nvSpPr>
        <p:spPr>
          <a:xfrm>
            <a:off x="7647669" y="1702315"/>
            <a:ext cx="3087323" cy="3087323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F8E0A47-AF7B-1D7E-7A7E-226B0331AD59}"/>
              </a:ext>
            </a:extLst>
          </p:cNvPr>
          <p:cNvCxnSpPr>
            <a:cxnSpLocks/>
          </p:cNvCxnSpPr>
          <p:nvPr/>
        </p:nvCxnSpPr>
        <p:spPr>
          <a:xfrm>
            <a:off x="6105828" y="508820"/>
            <a:ext cx="0" cy="584036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3FDA7B8B-BFEE-880A-7179-3A4A49C0487E}"/>
              </a:ext>
            </a:extLst>
          </p:cNvPr>
          <p:cNvSpPr txBox="1"/>
          <p:nvPr/>
        </p:nvSpPr>
        <p:spPr>
          <a:xfrm>
            <a:off x="8703856" y="4976868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Lamouk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4EAD59-5976-14B8-C34A-EAAEA1B70592}"/>
              </a:ext>
            </a:extLst>
          </p:cNvPr>
          <p:cNvSpPr txBox="1"/>
          <p:nvPr/>
        </p:nvSpPr>
        <p:spPr>
          <a:xfrm>
            <a:off x="7738651" y="5370780"/>
            <a:ext cx="17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Iloveyousomuch</a:t>
            </a:r>
            <a:endParaRPr lang="fr-BE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63AE5DF4-EE8B-FE01-0A4B-4774C5929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1905" y="5481514"/>
            <a:ext cx="228600" cy="228600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4FF5117D-6A6B-BCA5-6EFA-77B32F6A48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0692" y="5478861"/>
            <a:ext cx="228600" cy="228600"/>
          </a:xfrm>
          <a:prstGeom prst="rect">
            <a:avLst/>
          </a:prstGeom>
        </p:spPr>
      </p:pic>
      <p:pic>
        <p:nvPicPr>
          <p:cNvPr id="39" name="Graphique 38">
            <a:extLst>
              <a:ext uri="{FF2B5EF4-FFF2-40B4-BE49-F238E27FC236}">
                <a16:creationId xmlns:a16="http://schemas.microsoft.com/office/drawing/2014/main" id="{DE541E82-3C09-C886-1F47-25D084305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5524" y="1063183"/>
            <a:ext cx="491612" cy="491612"/>
          </a:xfrm>
          <a:prstGeom prst="rect">
            <a:avLst/>
          </a:prstGeom>
        </p:spPr>
      </p:pic>
      <p:grpSp>
        <p:nvGrpSpPr>
          <p:cNvPr id="43" name="Groupe 42">
            <a:extLst>
              <a:ext uri="{FF2B5EF4-FFF2-40B4-BE49-F238E27FC236}">
                <a16:creationId xmlns:a16="http://schemas.microsoft.com/office/drawing/2014/main" id="{63A3F68C-E48F-4F7D-1867-662DE29A3CB6}"/>
              </a:ext>
            </a:extLst>
          </p:cNvPr>
          <p:cNvGrpSpPr/>
          <p:nvPr/>
        </p:nvGrpSpPr>
        <p:grpSpPr>
          <a:xfrm>
            <a:off x="5861939" y="5881059"/>
            <a:ext cx="468121" cy="468121"/>
            <a:chOff x="5520814" y="504152"/>
            <a:chExt cx="1150372" cy="1150372"/>
          </a:xfrm>
          <a:effectLst/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55AA7596-8A44-6763-B044-07E8C2B0C82A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45" name="Graphique 44">
              <a:extLst>
                <a:ext uri="{FF2B5EF4-FFF2-40B4-BE49-F238E27FC236}">
                  <a16:creationId xmlns:a16="http://schemas.microsoft.com/office/drawing/2014/main" id="{5C8481C4-BC52-6BEF-5FB9-0456E28BFB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89507AFC-1CD3-EDCC-74E4-23C86333BF05}"/>
              </a:ext>
            </a:extLst>
          </p:cNvPr>
          <p:cNvGrpSpPr/>
          <p:nvPr/>
        </p:nvGrpSpPr>
        <p:grpSpPr>
          <a:xfrm>
            <a:off x="5861939" y="4805676"/>
            <a:ext cx="468121" cy="468121"/>
            <a:chOff x="5520814" y="504152"/>
            <a:chExt cx="1150372" cy="1150372"/>
          </a:xfrm>
          <a:effectLst/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2D0F16F-2B7B-9FBA-5BAD-32E9535B2B62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48" name="Graphique 47">
              <a:extLst>
                <a:ext uri="{FF2B5EF4-FFF2-40B4-BE49-F238E27FC236}">
                  <a16:creationId xmlns:a16="http://schemas.microsoft.com/office/drawing/2014/main" id="{AD744AFF-DFCB-3795-483F-5B22C7DC37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66814224-6C6A-7994-3FBB-07C9F25B7443}"/>
              </a:ext>
            </a:extLst>
          </p:cNvPr>
          <p:cNvGrpSpPr/>
          <p:nvPr/>
        </p:nvGrpSpPr>
        <p:grpSpPr>
          <a:xfrm>
            <a:off x="5861939" y="3730295"/>
            <a:ext cx="468121" cy="468121"/>
            <a:chOff x="5520814" y="504152"/>
            <a:chExt cx="1150372" cy="1150372"/>
          </a:xfrm>
          <a:effectLst/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5A6D8AEC-625C-CB9A-144A-08838D76DC3E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51" name="Graphique 50">
              <a:extLst>
                <a:ext uri="{FF2B5EF4-FFF2-40B4-BE49-F238E27FC236}">
                  <a16:creationId xmlns:a16="http://schemas.microsoft.com/office/drawing/2014/main" id="{BD1AE42F-7489-EC09-97D1-DFC2008367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6A5CA438-620E-9ECC-7A6F-9EEE842E96B0}"/>
              </a:ext>
            </a:extLst>
          </p:cNvPr>
          <p:cNvGrpSpPr/>
          <p:nvPr/>
        </p:nvGrpSpPr>
        <p:grpSpPr>
          <a:xfrm>
            <a:off x="5861939" y="2654914"/>
            <a:ext cx="468121" cy="468121"/>
            <a:chOff x="5520814" y="504152"/>
            <a:chExt cx="1150372" cy="1150372"/>
          </a:xfrm>
          <a:effectLst/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D6766690-A710-CD9C-BDD0-0CB8EFF9F303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54" name="Graphique 53">
              <a:extLst>
                <a:ext uri="{FF2B5EF4-FFF2-40B4-BE49-F238E27FC236}">
                  <a16:creationId xmlns:a16="http://schemas.microsoft.com/office/drawing/2014/main" id="{F508D18C-1A63-0D50-EB3F-B21587574B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9B474DA6-7355-0424-4039-74E810B9361E}"/>
              </a:ext>
            </a:extLst>
          </p:cNvPr>
          <p:cNvGrpSpPr/>
          <p:nvPr/>
        </p:nvGrpSpPr>
        <p:grpSpPr>
          <a:xfrm>
            <a:off x="5861939" y="1579533"/>
            <a:ext cx="468121" cy="468121"/>
            <a:chOff x="5520814" y="504152"/>
            <a:chExt cx="1150372" cy="1150372"/>
          </a:xfrm>
          <a:effectLst/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C8F8038A-4C0F-9C82-D9EA-19641CEE7576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57" name="Graphique 56">
              <a:extLst>
                <a:ext uri="{FF2B5EF4-FFF2-40B4-BE49-F238E27FC236}">
                  <a16:creationId xmlns:a16="http://schemas.microsoft.com/office/drawing/2014/main" id="{22E5EE18-6B07-FCA1-CC0E-3AC5D5966D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pic>
        <p:nvPicPr>
          <p:cNvPr id="65" name="Graphique 64">
            <a:extLst>
              <a:ext uri="{FF2B5EF4-FFF2-40B4-BE49-F238E27FC236}">
                <a16:creationId xmlns:a16="http://schemas.microsoft.com/office/drawing/2014/main" id="{3894D03E-4755-1275-ED62-FDF7CEF357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2773" y="1557721"/>
            <a:ext cx="539807" cy="544232"/>
          </a:xfrm>
          <a:prstGeom prst="rect">
            <a:avLst/>
          </a:prstGeom>
        </p:spPr>
      </p:pic>
      <p:sp>
        <p:nvSpPr>
          <p:cNvPr id="67" name="ZoneTexte 66">
            <a:extLst>
              <a:ext uri="{FF2B5EF4-FFF2-40B4-BE49-F238E27FC236}">
                <a16:creationId xmlns:a16="http://schemas.microsoft.com/office/drawing/2014/main" id="{908BDD7A-2C59-5A83-9339-5CBFA09E0D24}"/>
              </a:ext>
            </a:extLst>
          </p:cNvPr>
          <p:cNvSpPr txBox="1"/>
          <p:nvPr/>
        </p:nvSpPr>
        <p:spPr>
          <a:xfrm>
            <a:off x="1485862" y="1492966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16:00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6A867CF5-536D-407E-3DCD-76E15A49F0AC}"/>
              </a:ext>
            </a:extLst>
          </p:cNvPr>
          <p:cNvSpPr txBox="1"/>
          <p:nvPr/>
        </p:nvSpPr>
        <p:spPr>
          <a:xfrm>
            <a:off x="1485862" y="1862889"/>
            <a:ext cx="317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Check in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9F82C61A-24AA-5C50-8C50-71A1AE8883A4}"/>
              </a:ext>
            </a:extLst>
          </p:cNvPr>
          <p:cNvSpPr txBox="1"/>
          <p:nvPr/>
        </p:nvSpPr>
        <p:spPr>
          <a:xfrm>
            <a:off x="1485862" y="3069893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 </a:t>
            </a:r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</a:t>
            </a:r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</a:t>
            </a:r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AE76FAA-81B8-2FF6-D2A4-4F3E0DE98415}"/>
              </a:ext>
            </a:extLst>
          </p:cNvPr>
          <p:cNvSpPr txBox="1"/>
          <p:nvPr/>
        </p:nvSpPr>
        <p:spPr>
          <a:xfrm>
            <a:off x="1485862" y="3439816"/>
            <a:ext cx="317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Entry code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5DEACF4C-E7C2-38FE-D58F-31D1CC6079FC}"/>
              </a:ext>
            </a:extLst>
          </p:cNvPr>
          <p:cNvSpPr txBox="1"/>
          <p:nvPr/>
        </p:nvSpPr>
        <p:spPr>
          <a:xfrm>
            <a:off x="1485862" y="4650767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Parking</a:t>
            </a:r>
          </a:p>
        </p:txBody>
      </p:sp>
      <p:pic>
        <p:nvPicPr>
          <p:cNvPr id="77" name="Graphique 76">
            <a:extLst>
              <a:ext uri="{FF2B5EF4-FFF2-40B4-BE49-F238E27FC236}">
                <a16:creationId xmlns:a16="http://schemas.microsoft.com/office/drawing/2014/main" id="{2B4A8331-1DA6-CD00-DCDA-5B2C15738D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0901" y="3144613"/>
            <a:ext cx="543552" cy="544232"/>
          </a:xfrm>
          <a:prstGeom prst="rect">
            <a:avLst/>
          </a:prstGeom>
        </p:spPr>
      </p:pic>
      <p:pic>
        <p:nvPicPr>
          <p:cNvPr id="79" name="Graphique 78">
            <a:extLst>
              <a:ext uri="{FF2B5EF4-FFF2-40B4-BE49-F238E27FC236}">
                <a16:creationId xmlns:a16="http://schemas.microsoft.com/office/drawing/2014/main" id="{44A6AD5B-15CF-9507-5EA9-B185D152CB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0901" y="4733861"/>
            <a:ext cx="543552" cy="544232"/>
          </a:xfrm>
          <a:prstGeom prst="rect">
            <a:avLst/>
          </a:prstGeom>
        </p:spPr>
      </p:pic>
      <p:sp>
        <p:nvSpPr>
          <p:cNvPr id="81" name="ZoneTexte 80">
            <a:extLst>
              <a:ext uri="{FF2B5EF4-FFF2-40B4-BE49-F238E27FC236}">
                <a16:creationId xmlns:a16="http://schemas.microsoft.com/office/drawing/2014/main" id="{4AF2A741-E371-6C43-5CAB-E8049C8D1D16}"/>
              </a:ext>
            </a:extLst>
          </p:cNvPr>
          <p:cNvSpPr txBox="1"/>
          <p:nvPr/>
        </p:nvSpPr>
        <p:spPr>
          <a:xfrm>
            <a:off x="1485862" y="5016152"/>
            <a:ext cx="317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Outside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in the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alley</a:t>
            </a:r>
            <a:endParaRPr lang="fr-BE" sz="14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95" name="Graphique 94">
            <a:extLst>
              <a:ext uri="{FF2B5EF4-FFF2-40B4-BE49-F238E27FC236}">
                <a16:creationId xmlns:a16="http://schemas.microsoft.com/office/drawing/2014/main" id="{8F6066E3-AEF2-564B-A854-50440A5B6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4601" y="3170191"/>
            <a:ext cx="228600" cy="228600"/>
          </a:xfrm>
          <a:prstGeom prst="rect">
            <a:avLst/>
          </a:prstGeom>
        </p:spPr>
      </p:pic>
      <p:pic>
        <p:nvPicPr>
          <p:cNvPr id="97" name="Graphique 96">
            <a:extLst>
              <a:ext uri="{FF2B5EF4-FFF2-40B4-BE49-F238E27FC236}">
                <a16:creationId xmlns:a16="http://schemas.microsoft.com/office/drawing/2014/main" id="{BE9B2D63-6136-B797-DB22-DF9F59C01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2113" y="3170191"/>
            <a:ext cx="228600" cy="228600"/>
          </a:xfrm>
          <a:prstGeom prst="rect">
            <a:avLst/>
          </a:prstGeom>
        </p:spPr>
      </p:pic>
      <p:grpSp>
        <p:nvGrpSpPr>
          <p:cNvPr id="102" name="Groupe 101">
            <a:extLst>
              <a:ext uri="{FF2B5EF4-FFF2-40B4-BE49-F238E27FC236}">
                <a16:creationId xmlns:a16="http://schemas.microsoft.com/office/drawing/2014/main" id="{EBFC0019-B480-9878-0F80-B4B722A21A7A}"/>
              </a:ext>
            </a:extLst>
          </p:cNvPr>
          <p:cNvGrpSpPr/>
          <p:nvPr/>
        </p:nvGrpSpPr>
        <p:grpSpPr>
          <a:xfrm>
            <a:off x="5620088" y="234279"/>
            <a:ext cx="971480" cy="971480"/>
            <a:chOff x="5520814" y="504152"/>
            <a:chExt cx="1150372" cy="115037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03" name="Ellipse 102">
              <a:extLst>
                <a:ext uri="{FF2B5EF4-FFF2-40B4-BE49-F238E27FC236}">
                  <a16:creationId xmlns:a16="http://schemas.microsoft.com/office/drawing/2014/main" id="{05FD1B2D-DADD-A516-FB09-D4E10D10F19E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104" name="Graphique 103">
              <a:extLst>
                <a:ext uri="{FF2B5EF4-FFF2-40B4-BE49-F238E27FC236}">
                  <a16:creationId xmlns:a16="http://schemas.microsoft.com/office/drawing/2014/main" id="{8D26E143-7D78-041E-92F0-102825D2BB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7245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2620258-2D7A-6B5B-DD84-D34898E57EA0}"/>
              </a:ext>
            </a:extLst>
          </p:cNvPr>
          <p:cNvSpPr/>
          <p:nvPr/>
        </p:nvSpPr>
        <p:spPr>
          <a:xfrm>
            <a:off x="358820" y="508821"/>
            <a:ext cx="4155308" cy="5840360"/>
          </a:xfrm>
          <a:prstGeom prst="round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0F262-3B95-B897-D2A5-D4AC1083EDF4}"/>
              </a:ext>
            </a:extLst>
          </p:cNvPr>
          <p:cNvSpPr/>
          <p:nvPr/>
        </p:nvSpPr>
        <p:spPr>
          <a:xfrm>
            <a:off x="1334552" y="317836"/>
            <a:ext cx="2203844" cy="3819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Rules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25905BD9-C5CC-1BFE-60E5-C84D546AE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251" y="1101216"/>
            <a:ext cx="544232" cy="544232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CCE7BA25-811A-9BE2-F86C-0B1C0B3238C9}"/>
              </a:ext>
            </a:extLst>
          </p:cNvPr>
          <p:cNvSpPr txBox="1"/>
          <p:nvPr/>
        </p:nvSpPr>
        <p:spPr>
          <a:xfrm>
            <a:off x="1334552" y="1036461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No smoking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393217A-05BD-3820-3F47-3C254191A76C}"/>
              </a:ext>
            </a:extLst>
          </p:cNvPr>
          <p:cNvSpPr txBox="1"/>
          <p:nvPr/>
        </p:nvSpPr>
        <p:spPr>
          <a:xfrm>
            <a:off x="1334552" y="1406384"/>
            <a:ext cx="2334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Inside the house.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Thank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you</a:t>
            </a:r>
            <a:endParaRPr lang="fr-BE" sz="14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EE2EBAB-E687-6D8D-46CD-DD9FA3CB45C7}"/>
              </a:ext>
            </a:extLst>
          </p:cNvPr>
          <p:cNvSpPr txBox="1"/>
          <p:nvPr/>
        </p:nvSpPr>
        <p:spPr>
          <a:xfrm>
            <a:off x="1334552" y="2050821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23:00 to 06:00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DE8FC86-D7D3-A4FA-A6E1-14EAA8976C97}"/>
              </a:ext>
            </a:extLst>
          </p:cNvPr>
          <p:cNvSpPr txBox="1"/>
          <p:nvPr/>
        </p:nvSpPr>
        <p:spPr>
          <a:xfrm>
            <a:off x="1334552" y="2420744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Quiet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hours</a:t>
            </a:r>
            <a:endParaRPr lang="fr-BE" sz="14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B8E890B-C1E1-1DE0-F89B-606E924487BC}"/>
              </a:ext>
            </a:extLst>
          </p:cNvPr>
          <p:cNvSpPr txBox="1"/>
          <p:nvPr/>
        </p:nvSpPr>
        <p:spPr>
          <a:xfrm>
            <a:off x="1334552" y="3069893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No party/</a:t>
            </a:r>
            <a:r>
              <a:rPr lang="fr-BE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event</a:t>
            </a:r>
            <a:endParaRPr lang="fr-BE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E702B14-CAE6-B974-7AE7-57BBA91067CA}"/>
              </a:ext>
            </a:extLst>
          </p:cNvPr>
          <p:cNvSpPr txBox="1"/>
          <p:nvPr/>
        </p:nvSpPr>
        <p:spPr>
          <a:xfrm>
            <a:off x="1334552" y="3439816"/>
            <a:ext cx="2334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Inside the house.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Thank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you</a:t>
            </a:r>
            <a:endParaRPr lang="fr-BE" sz="14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6581ECF-9CEC-173A-DFFA-6062DD2D4466}"/>
              </a:ext>
            </a:extLst>
          </p:cNvPr>
          <p:cNvSpPr txBox="1"/>
          <p:nvPr/>
        </p:nvSpPr>
        <p:spPr>
          <a:xfrm>
            <a:off x="1334552" y="408896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No pet(s)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D7A99E2-EDDC-4BBB-85DD-0D806456946C}"/>
              </a:ext>
            </a:extLst>
          </p:cNvPr>
          <p:cNvSpPr txBox="1"/>
          <p:nvPr/>
        </p:nvSpPr>
        <p:spPr>
          <a:xfrm>
            <a:off x="1334552" y="4458888"/>
            <a:ext cx="2795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We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are not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ready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for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them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yet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😅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DC6D946-E275-DDD3-E1B3-9F33B4E96776}"/>
              </a:ext>
            </a:extLst>
          </p:cNvPr>
          <p:cNvSpPr txBox="1"/>
          <p:nvPr/>
        </p:nvSpPr>
        <p:spPr>
          <a:xfrm>
            <a:off x="1334552" y="5217935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Report </a:t>
            </a:r>
            <a:r>
              <a:rPr lang="fr-BE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any</a:t>
            </a:r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damage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E074236-3345-CFB6-F24F-F3558EA5EECA}"/>
              </a:ext>
            </a:extLst>
          </p:cNvPr>
          <p:cNvSpPr txBox="1"/>
          <p:nvPr/>
        </p:nvSpPr>
        <p:spPr>
          <a:xfrm>
            <a:off x="1334552" y="5587858"/>
            <a:ext cx="28921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Tell us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quickly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if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something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happen</a:t>
            </a:r>
            <a:endParaRPr lang="fr-BE" sz="14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33" name="Graphique 32">
            <a:extLst>
              <a:ext uri="{FF2B5EF4-FFF2-40B4-BE49-F238E27FC236}">
                <a16:creationId xmlns:a16="http://schemas.microsoft.com/office/drawing/2014/main" id="{FD91DCD0-AE32-E6DD-08F6-8FAF909BE0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9251" y="4151364"/>
            <a:ext cx="544232" cy="544232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1BA0E61A-0D4E-19EA-45DE-2711980E7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19251" y="3144613"/>
            <a:ext cx="544232" cy="544232"/>
          </a:xfrm>
          <a:prstGeom prst="rect">
            <a:avLst/>
          </a:prstGeom>
        </p:spPr>
      </p:pic>
      <p:pic>
        <p:nvPicPr>
          <p:cNvPr id="35" name="Graphique 34">
            <a:extLst>
              <a:ext uri="{FF2B5EF4-FFF2-40B4-BE49-F238E27FC236}">
                <a16:creationId xmlns:a16="http://schemas.microsoft.com/office/drawing/2014/main" id="{06218C26-E200-C6D0-BCE8-6A0F848FF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59367" y="2184562"/>
            <a:ext cx="475555" cy="475555"/>
          </a:xfrm>
          <a:prstGeom prst="rect">
            <a:avLst/>
          </a:prstGeom>
        </p:spPr>
      </p:pic>
      <p:pic>
        <p:nvPicPr>
          <p:cNvPr id="36" name="Graphique 35">
            <a:extLst>
              <a:ext uri="{FF2B5EF4-FFF2-40B4-BE49-F238E27FC236}">
                <a16:creationId xmlns:a16="http://schemas.microsoft.com/office/drawing/2014/main" id="{95D3768B-07AF-10EC-4D77-E4FDC02E2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19251" y="5301029"/>
            <a:ext cx="544232" cy="544232"/>
          </a:xfrm>
          <a:prstGeom prst="rect">
            <a:avLst/>
          </a:prstGeom>
        </p:spPr>
      </p:pic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195F30DC-B62E-4EA7-A4DD-CC19F53E3E09}"/>
              </a:ext>
            </a:extLst>
          </p:cNvPr>
          <p:cNvSpPr/>
          <p:nvPr/>
        </p:nvSpPr>
        <p:spPr>
          <a:xfrm>
            <a:off x="7677872" y="508821"/>
            <a:ext cx="4155308" cy="5840360"/>
          </a:xfrm>
          <a:prstGeom prst="round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53" name="Graphique 52">
            <a:extLst>
              <a:ext uri="{FF2B5EF4-FFF2-40B4-BE49-F238E27FC236}">
                <a16:creationId xmlns:a16="http://schemas.microsoft.com/office/drawing/2014/main" id="{DF23DB3B-B737-8D8A-7DC1-31D11F6BEB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038303" y="1557721"/>
            <a:ext cx="544232" cy="544232"/>
          </a:xfrm>
          <a:prstGeom prst="rect">
            <a:avLst/>
          </a:prstGeom>
        </p:spPr>
      </p:pic>
      <p:sp>
        <p:nvSpPr>
          <p:cNvPr id="54" name="ZoneTexte 53">
            <a:extLst>
              <a:ext uri="{FF2B5EF4-FFF2-40B4-BE49-F238E27FC236}">
                <a16:creationId xmlns:a16="http://schemas.microsoft.com/office/drawing/2014/main" id="{9925CBF5-2ADE-770B-7DAD-27B5614440A8}"/>
              </a:ext>
            </a:extLst>
          </p:cNvPr>
          <p:cNvSpPr txBox="1"/>
          <p:nvPr/>
        </p:nvSpPr>
        <p:spPr>
          <a:xfrm>
            <a:off x="8653604" y="1492966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General </a:t>
            </a:r>
            <a:r>
              <a:rPr lang="fr-BE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waste</a:t>
            </a:r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&amp; </a:t>
            </a:r>
            <a:r>
              <a:rPr lang="fr-BE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recycling</a:t>
            </a:r>
            <a:endParaRPr lang="fr-BE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E94F213-FA38-9E65-0982-B4C91A5265DD}"/>
              </a:ext>
            </a:extLst>
          </p:cNvPr>
          <p:cNvSpPr txBox="1"/>
          <p:nvPr/>
        </p:nvSpPr>
        <p:spPr>
          <a:xfrm>
            <a:off x="8653604" y="1862889"/>
            <a:ext cx="3179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Please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use the correct bin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when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possible. Bin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bags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are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available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in the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drawer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next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to the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bins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.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E89F622D-70BB-1FD4-DDFD-525EAE711582}"/>
              </a:ext>
            </a:extLst>
          </p:cNvPr>
          <p:cNvSpPr txBox="1"/>
          <p:nvPr/>
        </p:nvSpPr>
        <p:spPr>
          <a:xfrm>
            <a:off x="8653604" y="3069893"/>
            <a:ext cx="26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Kitchen </a:t>
            </a:r>
            <a:r>
              <a:rPr lang="fr-BE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cleaning</a:t>
            </a:r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supplies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3EEA2C17-35D5-6C45-7507-B958EA4E963A}"/>
              </a:ext>
            </a:extLst>
          </p:cNvPr>
          <p:cNvSpPr txBox="1"/>
          <p:nvPr/>
        </p:nvSpPr>
        <p:spPr>
          <a:xfrm>
            <a:off x="8653604" y="3439816"/>
            <a:ext cx="3179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Cleaning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products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are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available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at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.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You’ll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find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dish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soap, spray, a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spond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and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cloths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.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44A663E8-4DB4-70A0-A2FF-6CBD8E0C9026}"/>
              </a:ext>
            </a:extLst>
          </p:cNvPr>
          <p:cNvSpPr txBox="1"/>
          <p:nvPr/>
        </p:nvSpPr>
        <p:spPr>
          <a:xfrm>
            <a:off x="8653604" y="4650767"/>
            <a:ext cx="2529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House </a:t>
            </a:r>
            <a:r>
              <a:rPr lang="fr-BE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cleaning</a:t>
            </a:r>
            <a:r>
              <a:rPr lang="fr-BE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supplies</a:t>
            </a:r>
          </a:p>
        </p:txBody>
      </p:sp>
      <p:pic>
        <p:nvPicPr>
          <p:cNvPr id="65" name="Graphique 64">
            <a:extLst>
              <a:ext uri="{FF2B5EF4-FFF2-40B4-BE49-F238E27FC236}">
                <a16:creationId xmlns:a16="http://schemas.microsoft.com/office/drawing/2014/main" id="{25A2C2CD-0D00-85C8-B086-C9B9303E4A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038303" y="3144613"/>
            <a:ext cx="544232" cy="544232"/>
          </a:xfrm>
          <a:prstGeom prst="rect">
            <a:avLst/>
          </a:prstGeom>
        </p:spPr>
      </p:pic>
      <p:pic>
        <p:nvPicPr>
          <p:cNvPr id="67" name="Graphique 66">
            <a:extLst>
              <a:ext uri="{FF2B5EF4-FFF2-40B4-BE49-F238E27FC236}">
                <a16:creationId xmlns:a16="http://schemas.microsoft.com/office/drawing/2014/main" id="{D5C6874F-5C8D-8385-808B-432CA482E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38303" y="4733861"/>
            <a:ext cx="544232" cy="544232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19BCE0E4-7800-61AA-7016-C3FD0E99EC74}"/>
              </a:ext>
            </a:extLst>
          </p:cNvPr>
          <p:cNvSpPr/>
          <p:nvPr/>
        </p:nvSpPr>
        <p:spPr>
          <a:xfrm>
            <a:off x="8186523" y="6158494"/>
            <a:ext cx="3138001" cy="3819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Waste &amp; </a:t>
            </a:r>
            <a:r>
              <a:rPr lang="fr-BE" sz="2000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Practical</a:t>
            </a:r>
            <a:r>
              <a:rPr lang="fr-BE" sz="2000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info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5552B091-0061-A98C-8E6C-2BD4AE395308}"/>
              </a:ext>
            </a:extLst>
          </p:cNvPr>
          <p:cNvSpPr txBox="1"/>
          <p:nvPr/>
        </p:nvSpPr>
        <p:spPr>
          <a:xfrm>
            <a:off x="8653604" y="5016152"/>
            <a:ext cx="3179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Other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cleaning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products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are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available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at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xxxxxx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.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You’ll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find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what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you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need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for the </a:t>
            </a:r>
            <a:r>
              <a:rPr lang="fr-BE" sz="14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rest</a:t>
            </a:r>
            <a:r>
              <a:rPr lang="fr-BE" sz="14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of the house.</a:t>
            </a:r>
          </a:p>
        </p:txBody>
      </p: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2E7E3A15-ACF6-AE0B-F31A-FBA8B7828513}"/>
              </a:ext>
            </a:extLst>
          </p:cNvPr>
          <p:cNvCxnSpPr>
            <a:cxnSpLocks/>
          </p:cNvCxnSpPr>
          <p:nvPr/>
        </p:nvCxnSpPr>
        <p:spPr>
          <a:xfrm>
            <a:off x="6105828" y="508820"/>
            <a:ext cx="0" cy="584036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6974AE9B-6171-CA71-F4C4-FC91C3E6A105}"/>
              </a:ext>
            </a:extLst>
          </p:cNvPr>
          <p:cNvGrpSpPr/>
          <p:nvPr/>
        </p:nvGrpSpPr>
        <p:grpSpPr>
          <a:xfrm>
            <a:off x="5861939" y="504152"/>
            <a:ext cx="468121" cy="468121"/>
            <a:chOff x="5520814" y="504152"/>
            <a:chExt cx="1150372" cy="1150372"/>
          </a:xfrm>
          <a:effectLst/>
        </p:grpSpPr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1888910E-4AE3-1084-5B40-77B6BF19EF27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96" name="Graphique 95">
              <a:extLst>
                <a:ext uri="{FF2B5EF4-FFF2-40B4-BE49-F238E27FC236}">
                  <a16:creationId xmlns:a16="http://schemas.microsoft.com/office/drawing/2014/main" id="{9007CA6E-8A4C-5BD7-45FB-5C44ABD4BC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282195BD-E44C-5C8B-8ACF-02826CE79F97}"/>
              </a:ext>
            </a:extLst>
          </p:cNvPr>
          <p:cNvGrpSpPr/>
          <p:nvPr/>
        </p:nvGrpSpPr>
        <p:grpSpPr>
          <a:xfrm>
            <a:off x="5861939" y="5881059"/>
            <a:ext cx="468121" cy="468121"/>
            <a:chOff x="5520814" y="504152"/>
            <a:chExt cx="1150372" cy="1150372"/>
          </a:xfrm>
          <a:effectLst/>
        </p:grpSpPr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2AFF2CF1-C31B-F942-CD83-FF81E582BDD6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99" name="Graphique 98">
              <a:extLst>
                <a:ext uri="{FF2B5EF4-FFF2-40B4-BE49-F238E27FC236}">
                  <a16:creationId xmlns:a16="http://schemas.microsoft.com/office/drawing/2014/main" id="{EC94219B-847D-37EC-7145-5A3613AA1B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100" name="Groupe 99">
            <a:extLst>
              <a:ext uri="{FF2B5EF4-FFF2-40B4-BE49-F238E27FC236}">
                <a16:creationId xmlns:a16="http://schemas.microsoft.com/office/drawing/2014/main" id="{F7946D5D-9A84-5529-91B3-9354E84E4DB0}"/>
              </a:ext>
            </a:extLst>
          </p:cNvPr>
          <p:cNvGrpSpPr/>
          <p:nvPr/>
        </p:nvGrpSpPr>
        <p:grpSpPr>
          <a:xfrm>
            <a:off x="5861939" y="4805676"/>
            <a:ext cx="468121" cy="468121"/>
            <a:chOff x="5520814" y="504152"/>
            <a:chExt cx="1150372" cy="1150372"/>
          </a:xfrm>
          <a:effectLst/>
        </p:grpSpPr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834EB416-A2A2-2996-5D90-D7772A91D196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102" name="Graphique 101">
              <a:extLst>
                <a:ext uri="{FF2B5EF4-FFF2-40B4-BE49-F238E27FC236}">
                  <a16:creationId xmlns:a16="http://schemas.microsoft.com/office/drawing/2014/main" id="{4077A353-C7EE-A1D8-D166-C06BE717F9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CAC9242B-5763-0989-CAE5-DAE4E890E43C}"/>
              </a:ext>
            </a:extLst>
          </p:cNvPr>
          <p:cNvGrpSpPr/>
          <p:nvPr/>
        </p:nvGrpSpPr>
        <p:grpSpPr>
          <a:xfrm>
            <a:off x="5861939" y="3730295"/>
            <a:ext cx="468121" cy="468121"/>
            <a:chOff x="5520814" y="504152"/>
            <a:chExt cx="1150372" cy="1150372"/>
          </a:xfrm>
          <a:effectLst/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0B04C560-8BD0-B329-0996-A2B0A8B476EC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105" name="Graphique 104">
              <a:extLst>
                <a:ext uri="{FF2B5EF4-FFF2-40B4-BE49-F238E27FC236}">
                  <a16:creationId xmlns:a16="http://schemas.microsoft.com/office/drawing/2014/main" id="{57714CDC-3783-D395-AF6E-39B3ABFECC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106" name="Groupe 105">
            <a:extLst>
              <a:ext uri="{FF2B5EF4-FFF2-40B4-BE49-F238E27FC236}">
                <a16:creationId xmlns:a16="http://schemas.microsoft.com/office/drawing/2014/main" id="{92FF48E8-4F5C-93B3-F215-25E14BC4FFD7}"/>
              </a:ext>
            </a:extLst>
          </p:cNvPr>
          <p:cNvGrpSpPr/>
          <p:nvPr/>
        </p:nvGrpSpPr>
        <p:grpSpPr>
          <a:xfrm>
            <a:off x="5861939" y="2654914"/>
            <a:ext cx="468121" cy="468121"/>
            <a:chOff x="5520814" y="504152"/>
            <a:chExt cx="1150372" cy="1150372"/>
          </a:xfrm>
          <a:effectLst/>
        </p:grpSpPr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6AF4144F-59D1-1BB2-9F7F-9F9DE1754962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108" name="Graphique 107">
              <a:extLst>
                <a:ext uri="{FF2B5EF4-FFF2-40B4-BE49-F238E27FC236}">
                  <a16:creationId xmlns:a16="http://schemas.microsoft.com/office/drawing/2014/main" id="{38AF7C81-F90E-1866-882D-3C73EA6874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112" name="Groupe 111">
            <a:extLst>
              <a:ext uri="{FF2B5EF4-FFF2-40B4-BE49-F238E27FC236}">
                <a16:creationId xmlns:a16="http://schemas.microsoft.com/office/drawing/2014/main" id="{EB3F060C-B6B5-BB8A-45A5-CD22175B62E9}"/>
              </a:ext>
            </a:extLst>
          </p:cNvPr>
          <p:cNvGrpSpPr/>
          <p:nvPr/>
        </p:nvGrpSpPr>
        <p:grpSpPr>
          <a:xfrm>
            <a:off x="5620088" y="1344097"/>
            <a:ext cx="971480" cy="971480"/>
            <a:chOff x="5520814" y="504152"/>
            <a:chExt cx="1150372" cy="115037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F025F677-E1A3-24DF-FDDB-EC0DBF746452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114" name="Graphique 113">
              <a:extLst>
                <a:ext uri="{FF2B5EF4-FFF2-40B4-BE49-F238E27FC236}">
                  <a16:creationId xmlns:a16="http://schemas.microsoft.com/office/drawing/2014/main" id="{070367E8-21ED-B06A-C903-8EDD7F9F7E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461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0815-4635-AA13-A7D0-CDA1920F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llipse 29">
            <a:extLst>
              <a:ext uri="{FF2B5EF4-FFF2-40B4-BE49-F238E27FC236}">
                <a16:creationId xmlns:a16="http://schemas.microsoft.com/office/drawing/2014/main" id="{07ABAC5F-46FA-3B05-4205-157F938D404F}"/>
              </a:ext>
            </a:extLst>
          </p:cNvPr>
          <p:cNvSpPr/>
          <p:nvPr/>
        </p:nvSpPr>
        <p:spPr>
          <a:xfrm>
            <a:off x="427893" y="2264073"/>
            <a:ext cx="895990" cy="8959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34BE4E2C-D5EA-D2B4-000A-21A379C67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259" y="1183299"/>
            <a:ext cx="4877481" cy="4877481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B9C3C7D-C8D1-5413-8592-05BAE448A9B5}"/>
              </a:ext>
            </a:extLst>
          </p:cNvPr>
          <p:cNvCxnSpPr>
            <a:cxnSpLocks/>
          </p:cNvCxnSpPr>
          <p:nvPr/>
        </p:nvCxnSpPr>
        <p:spPr>
          <a:xfrm>
            <a:off x="6105828" y="508820"/>
            <a:ext cx="0" cy="584036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0E782337-9BB1-5657-B884-19A0F32BBD49}"/>
              </a:ext>
            </a:extLst>
          </p:cNvPr>
          <p:cNvGrpSpPr/>
          <p:nvPr/>
        </p:nvGrpSpPr>
        <p:grpSpPr>
          <a:xfrm>
            <a:off x="5861939" y="504152"/>
            <a:ext cx="468121" cy="468121"/>
            <a:chOff x="5520814" y="504152"/>
            <a:chExt cx="1150372" cy="1150372"/>
          </a:xfrm>
          <a:effectLst/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5C18CB7-C914-4864-C44A-2291F0C5391D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23" name="Graphique 22">
              <a:extLst>
                <a:ext uri="{FF2B5EF4-FFF2-40B4-BE49-F238E27FC236}">
                  <a16:creationId xmlns:a16="http://schemas.microsoft.com/office/drawing/2014/main" id="{411D5C54-DA2F-ACBB-26C5-9D7DBC8671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CA966B17-38FF-44B6-3B6B-708258E9459D}"/>
              </a:ext>
            </a:extLst>
          </p:cNvPr>
          <p:cNvGrpSpPr/>
          <p:nvPr/>
        </p:nvGrpSpPr>
        <p:grpSpPr>
          <a:xfrm>
            <a:off x="5861939" y="5881059"/>
            <a:ext cx="468121" cy="468121"/>
            <a:chOff x="5520814" y="504152"/>
            <a:chExt cx="1150372" cy="1150372"/>
          </a:xfrm>
          <a:effectLst/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8B573C89-2A92-DFEF-29E1-D342912F2458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45" name="Graphique 44">
              <a:extLst>
                <a:ext uri="{FF2B5EF4-FFF2-40B4-BE49-F238E27FC236}">
                  <a16:creationId xmlns:a16="http://schemas.microsoft.com/office/drawing/2014/main" id="{6860BD96-E667-2DFA-C7B6-A42CEF821A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B24A631E-3476-777A-C479-826876DEC57A}"/>
              </a:ext>
            </a:extLst>
          </p:cNvPr>
          <p:cNvGrpSpPr/>
          <p:nvPr/>
        </p:nvGrpSpPr>
        <p:grpSpPr>
          <a:xfrm>
            <a:off x="5861939" y="4805676"/>
            <a:ext cx="468121" cy="468121"/>
            <a:chOff x="5520814" y="504152"/>
            <a:chExt cx="1150372" cy="1150372"/>
          </a:xfrm>
          <a:effectLst/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6DD7187E-B9AE-4943-ECDC-8A255451E225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48" name="Graphique 47">
              <a:extLst>
                <a:ext uri="{FF2B5EF4-FFF2-40B4-BE49-F238E27FC236}">
                  <a16:creationId xmlns:a16="http://schemas.microsoft.com/office/drawing/2014/main" id="{51C77DB6-0FEE-E798-5C46-5D43DA8775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E93AADBE-EC63-5709-AEF6-E8F14FBF7CC4}"/>
              </a:ext>
            </a:extLst>
          </p:cNvPr>
          <p:cNvGrpSpPr/>
          <p:nvPr/>
        </p:nvGrpSpPr>
        <p:grpSpPr>
          <a:xfrm>
            <a:off x="5861939" y="3730295"/>
            <a:ext cx="468121" cy="468121"/>
            <a:chOff x="5520814" y="504152"/>
            <a:chExt cx="1150372" cy="1150372"/>
          </a:xfrm>
          <a:effectLst/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DBC43F0E-2623-3ECE-FB23-2C440829EA6E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51" name="Graphique 50">
              <a:extLst>
                <a:ext uri="{FF2B5EF4-FFF2-40B4-BE49-F238E27FC236}">
                  <a16:creationId xmlns:a16="http://schemas.microsoft.com/office/drawing/2014/main" id="{D80F3E98-FEA4-94B5-6615-C6FB7EE621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35D51607-CA67-C02C-E1EA-EF5488AB3FF8}"/>
              </a:ext>
            </a:extLst>
          </p:cNvPr>
          <p:cNvGrpSpPr/>
          <p:nvPr/>
        </p:nvGrpSpPr>
        <p:grpSpPr>
          <a:xfrm>
            <a:off x="5861939" y="1579533"/>
            <a:ext cx="468121" cy="468121"/>
            <a:chOff x="5520814" y="504152"/>
            <a:chExt cx="1150372" cy="1150372"/>
          </a:xfrm>
          <a:effectLst/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725075EC-0D23-8455-28AA-74D9554D1BA9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57" name="Graphique 56">
              <a:extLst>
                <a:ext uri="{FF2B5EF4-FFF2-40B4-BE49-F238E27FC236}">
                  <a16:creationId xmlns:a16="http://schemas.microsoft.com/office/drawing/2014/main" id="{8780402A-D671-9761-9AFD-BDE0CE67DE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AE4B2ABB-2737-2DD4-F622-BD78C4A76B1E}"/>
              </a:ext>
            </a:extLst>
          </p:cNvPr>
          <p:cNvGrpSpPr/>
          <p:nvPr/>
        </p:nvGrpSpPr>
        <p:grpSpPr>
          <a:xfrm>
            <a:off x="5620088" y="2403234"/>
            <a:ext cx="971480" cy="971480"/>
            <a:chOff x="5520814" y="504152"/>
            <a:chExt cx="1150372" cy="115037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EABEB016-6DB6-4F41-39B6-4AF4A243F0C3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1302B49D-758A-470C-E200-C2221D8227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8DBFF2D-36FE-B9EC-36AF-2F240C2B4C4C}"/>
              </a:ext>
            </a:extLst>
          </p:cNvPr>
          <p:cNvSpPr/>
          <p:nvPr/>
        </p:nvSpPr>
        <p:spPr>
          <a:xfrm>
            <a:off x="350911" y="2172807"/>
            <a:ext cx="3586419" cy="107852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DD52C93-FBC0-6C93-ECBF-44C9A37FD0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775" y="401508"/>
            <a:ext cx="836931" cy="836931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998A8CE-2444-4146-076B-2BF1775A4D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950" y="401508"/>
            <a:ext cx="836931" cy="836931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EADEBD4-142F-1D4F-556E-680913CBE682}"/>
              </a:ext>
            </a:extLst>
          </p:cNvPr>
          <p:cNvSpPr txBox="1"/>
          <p:nvPr/>
        </p:nvSpPr>
        <p:spPr>
          <a:xfrm>
            <a:off x="1536070" y="407720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Little extras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4C02FFA-A5E2-57D1-AF27-31CE0A94770A}"/>
              </a:ext>
            </a:extLst>
          </p:cNvPr>
          <p:cNvSpPr txBox="1"/>
          <p:nvPr/>
        </p:nvSpPr>
        <p:spPr>
          <a:xfrm>
            <a:off x="9084947" y="407720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Useful</a:t>
            </a:r>
            <a:r>
              <a:rPr lang="fr-BE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BE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amenities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9D384780-BC14-0038-F417-2D5D1B90D4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55" y="2386735"/>
            <a:ext cx="650665" cy="650665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3C1A5704-FF48-03CC-D05F-A3CD872A2882}"/>
              </a:ext>
            </a:extLst>
          </p:cNvPr>
          <p:cNvSpPr txBox="1"/>
          <p:nvPr/>
        </p:nvSpPr>
        <p:spPr>
          <a:xfrm>
            <a:off x="1400865" y="2357580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Coffee &amp; Tea</a:t>
            </a:r>
            <a:endParaRPr lang="fr-BE" sz="1600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FC997683-3F87-A64B-1162-D6DFD3DA2A50}"/>
              </a:ext>
            </a:extLst>
          </p:cNvPr>
          <p:cNvSpPr txBox="1"/>
          <p:nvPr/>
        </p:nvSpPr>
        <p:spPr>
          <a:xfrm>
            <a:off x="1400865" y="2693541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 the kitchen’s worktop</a:t>
            </a:r>
            <a:endParaRPr lang="fr-BE" sz="16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F3DFA410-0A46-6547-FCC5-C35C4C7BDC21}"/>
              </a:ext>
            </a:extLst>
          </p:cNvPr>
          <p:cNvSpPr/>
          <p:nvPr/>
        </p:nvSpPr>
        <p:spPr>
          <a:xfrm>
            <a:off x="92613" y="3415463"/>
            <a:ext cx="895990" cy="8959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6136A746-5111-9B33-D6B8-F22D72743EBE}"/>
              </a:ext>
            </a:extLst>
          </p:cNvPr>
          <p:cNvSpPr/>
          <p:nvPr/>
        </p:nvSpPr>
        <p:spPr>
          <a:xfrm>
            <a:off x="15631" y="3324197"/>
            <a:ext cx="3586419" cy="107852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1A4D2728-7787-499D-708F-A78ED6A9AE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582" y="3538125"/>
            <a:ext cx="646050" cy="650665"/>
          </a:xfrm>
          <a:prstGeom prst="rect">
            <a:avLst/>
          </a:prstGeom>
        </p:spPr>
      </p:pic>
      <p:sp>
        <p:nvSpPr>
          <p:cNvPr id="54" name="ZoneTexte 53">
            <a:extLst>
              <a:ext uri="{FF2B5EF4-FFF2-40B4-BE49-F238E27FC236}">
                <a16:creationId xmlns:a16="http://schemas.microsoft.com/office/drawing/2014/main" id="{B25005EB-965D-A8C2-6CF6-B6F018AA3821}"/>
              </a:ext>
            </a:extLst>
          </p:cNvPr>
          <p:cNvSpPr txBox="1"/>
          <p:nvPr/>
        </p:nvSpPr>
        <p:spPr>
          <a:xfrm>
            <a:off x="1065585" y="3396813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 little treat</a:t>
            </a:r>
            <a:endParaRPr lang="fr-BE" sz="1600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558CB9E8-C2C7-CC00-FF18-D90716BF40FC}"/>
              </a:ext>
            </a:extLst>
          </p:cNvPr>
          <p:cNvSpPr txBox="1"/>
          <p:nvPr/>
        </p:nvSpPr>
        <p:spPr>
          <a:xfrm>
            <a:off x="1065585" y="3732774"/>
            <a:ext cx="253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 few snacks are in the living room table</a:t>
            </a:r>
            <a:endParaRPr lang="fr-BE" sz="16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51BBF80-DC6B-52D5-0B13-E7840A028574}"/>
              </a:ext>
            </a:extLst>
          </p:cNvPr>
          <p:cNvSpPr/>
          <p:nvPr/>
        </p:nvSpPr>
        <p:spPr>
          <a:xfrm>
            <a:off x="427893" y="4570695"/>
            <a:ext cx="895990" cy="8959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D34508CD-68FA-29EA-8BC4-AC146CF1ABC8}"/>
              </a:ext>
            </a:extLst>
          </p:cNvPr>
          <p:cNvSpPr/>
          <p:nvPr/>
        </p:nvSpPr>
        <p:spPr>
          <a:xfrm>
            <a:off x="350911" y="4479429"/>
            <a:ext cx="3586419" cy="107852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35930085-72A2-069C-707D-691A7807DE6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555" y="4695664"/>
            <a:ext cx="650665" cy="646050"/>
          </a:xfrm>
          <a:prstGeom prst="rect">
            <a:avLst/>
          </a:prstGeom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3B0F240E-391A-0BE3-7A73-1EFF980F386E}"/>
              </a:ext>
            </a:extLst>
          </p:cNvPr>
          <p:cNvSpPr txBox="1"/>
          <p:nvPr/>
        </p:nvSpPr>
        <p:spPr>
          <a:xfrm>
            <a:off x="1400865" y="4569404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A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cosy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blanket</a:t>
            </a:r>
            <a:endParaRPr lang="fr-BE" sz="1600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9D0674A1-D3A6-58DB-1A0A-D1F40A40AB0E}"/>
              </a:ext>
            </a:extLst>
          </p:cNvPr>
          <p:cNvSpPr txBox="1"/>
          <p:nvPr/>
        </p:nvSpPr>
        <p:spPr>
          <a:xfrm>
            <a:off x="1400865" y="4905365"/>
            <a:ext cx="253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 the storage under the sofa</a:t>
            </a:r>
            <a:endParaRPr lang="fr-BE" sz="16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C1AB12DA-DA45-EBF6-589B-96B2B8B388C3}"/>
              </a:ext>
            </a:extLst>
          </p:cNvPr>
          <p:cNvSpPr/>
          <p:nvPr/>
        </p:nvSpPr>
        <p:spPr>
          <a:xfrm>
            <a:off x="8249708" y="2264073"/>
            <a:ext cx="895990" cy="8959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E6719B12-7F06-CA20-BC18-56273173B2E9}"/>
              </a:ext>
            </a:extLst>
          </p:cNvPr>
          <p:cNvSpPr/>
          <p:nvPr/>
        </p:nvSpPr>
        <p:spPr>
          <a:xfrm>
            <a:off x="8172726" y="2172807"/>
            <a:ext cx="3586419" cy="107852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66" name="Image 65">
            <a:extLst>
              <a:ext uri="{FF2B5EF4-FFF2-40B4-BE49-F238E27FC236}">
                <a16:creationId xmlns:a16="http://schemas.microsoft.com/office/drawing/2014/main" id="{33081E86-A106-8589-924F-1F465BD076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2370" y="2386735"/>
            <a:ext cx="650665" cy="650665"/>
          </a:xfrm>
          <a:prstGeom prst="rect">
            <a:avLst/>
          </a:prstGeom>
        </p:spPr>
      </p:pic>
      <p:sp>
        <p:nvSpPr>
          <p:cNvPr id="67" name="ZoneTexte 66">
            <a:extLst>
              <a:ext uri="{FF2B5EF4-FFF2-40B4-BE49-F238E27FC236}">
                <a16:creationId xmlns:a16="http://schemas.microsoft.com/office/drawing/2014/main" id="{C39B611B-26CD-D341-A198-4F27102C0C70}"/>
              </a:ext>
            </a:extLst>
          </p:cNvPr>
          <p:cNvSpPr txBox="1"/>
          <p:nvPr/>
        </p:nvSpPr>
        <p:spPr>
          <a:xfrm>
            <a:off x="9222680" y="2258479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Kitchen’s basic</a:t>
            </a:r>
            <a:endParaRPr lang="fr-BE" sz="1600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A43DA02F-E4A3-A1D7-0818-082D89B1928A}"/>
              </a:ext>
            </a:extLst>
          </p:cNvPr>
          <p:cNvSpPr txBox="1"/>
          <p:nvPr/>
        </p:nvSpPr>
        <p:spPr>
          <a:xfrm>
            <a:off x="9222680" y="2594440"/>
            <a:ext cx="253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 the second drawer from the left</a:t>
            </a:r>
            <a:endParaRPr lang="fr-BE" sz="16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99F9A1DC-D672-923B-670D-9D80CDC2B57C}"/>
              </a:ext>
            </a:extLst>
          </p:cNvPr>
          <p:cNvSpPr/>
          <p:nvPr/>
        </p:nvSpPr>
        <p:spPr>
          <a:xfrm>
            <a:off x="8656108" y="3415463"/>
            <a:ext cx="895990" cy="8959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054462EB-7F01-2C17-DDF9-ECAF2327A58F}"/>
              </a:ext>
            </a:extLst>
          </p:cNvPr>
          <p:cNvSpPr/>
          <p:nvPr/>
        </p:nvSpPr>
        <p:spPr>
          <a:xfrm>
            <a:off x="8579126" y="3324197"/>
            <a:ext cx="3586419" cy="107852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71" name="Image 70">
            <a:extLst>
              <a:ext uri="{FF2B5EF4-FFF2-40B4-BE49-F238E27FC236}">
                <a16:creationId xmlns:a16="http://schemas.microsoft.com/office/drawing/2014/main" id="{5BF846F2-0173-3F3B-F418-0AEB668A35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81077" y="3540432"/>
            <a:ext cx="646050" cy="646050"/>
          </a:xfrm>
          <a:prstGeom prst="rect">
            <a:avLst/>
          </a:prstGeom>
        </p:spPr>
      </p:pic>
      <p:sp>
        <p:nvSpPr>
          <p:cNvPr id="72" name="ZoneTexte 71">
            <a:extLst>
              <a:ext uri="{FF2B5EF4-FFF2-40B4-BE49-F238E27FC236}">
                <a16:creationId xmlns:a16="http://schemas.microsoft.com/office/drawing/2014/main" id="{E150853F-82BE-6A32-E1AE-FC7708F94C48}"/>
              </a:ext>
            </a:extLst>
          </p:cNvPr>
          <p:cNvSpPr txBox="1"/>
          <p:nvPr/>
        </p:nvSpPr>
        <p:spPr>
          <a:xfrm>
            <a:off x="9629080" y="3396813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Iron &amp; Ironing board</a:t>
            </a:r>
            <a:endParaRPr lang="fr-BE" sz="1600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F5356BF3-4AC5-16D9-CFEE-83AF088DF319}"/>
              </a:ext>
            </a:extLst>
          </p:cNvPr>
          <p:cNvSpPr txBox="1"/>
          <p:nvPr/>
        </p:nvSpPr>
        <p:spPr>
          <a:xfrm>
            <a:off x="9629080" y="3732774"/>
            <a:ext cx="253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 the storage </a:t>
            </a:r>
            <a:r>
              <a:rPr lang="en-US" sz="16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</a:t>
            </a:r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en-US" sz="16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xxxxxx</a:t>
            </a:r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xxx</a:t>
            </a:r>
            <a:endParaRPr lang="fr-BE" sz="16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ECA4BCED-F533-6C4A-ED76-0C4CC3636F57}"/>
              </a:ext>
            </a:extLst>
          </p:cNvPr>
          <p:cNvSpPr/>
          <p:nvPr/>
        </p:nvSpPr>
        <p:spPr>
          <a:xfrm>
            <a:off x="8249708" y="4570695"/>
            <a:ext cx="895990" cy="8959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68D0775B-0BB5-676C-EFC9-8980AAB7B16E}"/>
              </a:ext>
            </a:extLst>
          </p:cNvPr>
          <p:cNvSpPr/>
          <p:nvPr/>
        </p:nvSpPr>
        <p:spPr>
          <a:xfrm>
            <a:off x="8172726" y="4479429"/>
            <a:ext cx="3586419" cy="107852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76" name="Image 75">
            <a:extLst>
              <a:ext uri="{FF2B5EF4-FFF2-40B4-BE49-F238E27FC236}">
                <a16:creationId xmlns:a16="http://schemas.microsoft.com/office/drawing/2014/main" id="{81C401A6-27A3-10D2-152A-4574A8B5BA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4677" y="4695664"/>
            <a:ext cx="646050" cy="646050"/>
          </a:xfrm>
          <a:prstGeom prst="rect">
            <a:avLst/>
          </a:prstGeom>
        </p:spPr>
      </p:pic>
      <p:sp>
        <p:nvSpPr>
          <p:cNvPr id="77" name="ZoneTexte 76">
            <a:extLst>
              <a:ext uri="{FF2B5EF4-FFF2-40B4-BE49-F238E27FC236}">
                <a16:creationId xmlns:a16="http://schemas.microsoft.com/office/drawing/2014/main" id="{4EDA59E4-CEC3-8334-A5DF-CD0D9DAD7603}"/>
              </a:ext>
            </a:extLst>
          </p:cNvPr>
          <p:cNvSpPr txBox="1"/>
          <p:nvPr/>
        </p:nvSpPr>
        <p:spPr>
          <a:xfrm>
            <a:off x="9222680" y="4569404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Bathroom essential</a:t>
            </a:r>
            <a:endParaRPr lang="fr-BE" sz="1600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86F4F951-BFF4-3572-CC9D-FA6D5AE457AD}"/>
              </a:ext>
            </a:extLst>
          </p:cNvPr>
          <p:cNvSpPr txBox="1"/>
          <p:nvPr/>
        </p:nvSpPr>
        <p:spPr>
          <a:xfrm>
            <a:off x="9222680" y="4905365"/>
            <a:ext cx="253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 the drawer in the bathroom</a:t>
            </a:r>
            <a:endParaRPr lang="fr-BE" sz="16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8A1E61F4-5080-D7F6-3ABE-F3AC68A21819}"/>
              </a:ext>
            </a:extLst>
          </p:cNvPr>
          <p:cNvSpPr/>
          <p:nvPr/>
        </p:nvSpPr>
        <p:spPr>
          <a:xfrm>
            <a:off x="7680748" y="5722402"/>
            <a:ext cx="895990" cy="8959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0" name="Rectangle : coins arrondis 79">
            <a:extLst>
              <a:ext uri="{FF2B5EF4-FFF2-40B4-BE49-F238E27FC236}">
                <a16:creationId xmlns:a16="http://schemas.microsoft.com/office/drawing/2014/main" id="{13B8AE5C-A7AC-0FB3-5585-00B9EBB2FBDC}"/>
              </a:ext>
            </a:extLst>
          </p:cNvPr>
          <p:cNvSpPr/>
          <p:nvPr/>
        </p:nvSpPr>
        <p:spPr>
          <a:xfrm>
            <a:off x="7603766" y="5631136"/>
            <a:ext cx="3586419" cy="107852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81" name="Image 80">
            <a:extLst>
              <a:ext uri="{FF2B5EF4-FFF2-40B4-BE49-F238E27FC236}">
                <a16:creationId xmlns:a16="http://schemas.microsoft.com/office/drawing/2014/main" id="{1D092888-C626-E07C-9454-D35BC701DC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5717" y="5847371"/>
            <a:ext cx="646050" cy="646050"/>
          </a:xfrm>
          <a:prstGeom prst="rect">
            <a:avLst/>
          </a:prstGeom>
        </p:spPr>
      </p:pic>
      <p:sp>
        <p:nvSpPr>
          <p:cNvPr id="83" name="ZoneTexte 82">
            <a:extLst>
              <a:ext uri="{FF2B5EF4-FFF2-40B4-BE49-F238E27FC236}">
                <a16:creationId xmlns:a16="http://schemas.microsoft.com/office/drawing/2014/main" id="{75CF2DBE-6FEC-5501-202A-39FFA1D2522B}"/>
              </a:ext>
            </a:extLst>
          </p:cNvPr>
          <p:cNvSpPr txBox="1"/>
          <p:nvPr/>
        </p:nvSpPr>
        <p:spPr>
          <a:xfrm>
            <a:off x="8653720" y="5721111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Cleaning supplies</a:t>
            </a:r>
            <a:endParaRPr lang="fr-BE" sz="1600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7D1C08D8-972D-FB62-AA57-B73F915BF5ED}"/>
              </a:ext>
            </a:extLst>
          </p:cNvPr>
          <p:cNvSpPr txBox="1"/>
          <p:nvPr/>
        </p:nvSpPr>
        <p:spPr>
          <a:xfrm>
            <a:off x="8653720" y="6057072"/>
            <a:ext cx="253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 the drawer in the bathroom</a:t>
            </a:r>
            <a:endParaRPr lang="fr-BE" sz="16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E5CC280A-D68A-61D2-C55E-462D5AD8294C}"/>
              </a:ext>
            </a:extLst>
          </p:cNvPr>
          <p:cNvSpPr/>
          <p:nvPr/>
        </p:nvSpPr>
        <p:spPr>
          <a:xfrm>
            <a:off x="7680748" y="1104538"/>
            <a:ext cx="895990" cy="8959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6" name="Rectangle : coins arrondis 85">
            <a:extLst>
              <a:ext uri="{FF2B5EF4-FFF2-40B4-BE49-F238E27FC236}">
                <a16:creationId xmlns:a16="http://schemas.microsoft.com/office/drawing/2014/main" id="{F12191D8-5738-22B8-48AD-A9D946F14972}"/>
              </a:ext>
            </a:extLst>
          </p:cNvPr>
          <p:cNvSpPr/>
          <p:nvPr/>
        </p:nvSpPr>
        <p:spPr>
          <a:xfrm>
            <a:off x="7603766" y="1013272"/>
            <a:ext cx="3586419" cy="1078523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95" name="Image 94">
            <a:extLst>
              <a:ext uri="{FF2B5EF4-FFF2-40B4-BE49-F238E27FC236}">
                <a16:creationId xmlns:a16="http://schemas.microsoft.com/office/drawing/2014/main" id="{BD22ADB9-2635-BC4B-933D-D739E8A3A0B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3410" y="1227200"/>
            <a:ext cx="650665" cy="650665"/>
          </a:xfrm>
          <a:prstGeom prst="rect">
            <a:avLst/>
          </a:prstGeom>
        </p:spPr>
      </p:pic>
      <p:sp>
        <p:nvSpPr>
          <p:cNvPr id="97" name="ZoneTexte 96">
            <a:extLst>
              <a:ext uri="{FF2B5EF4-FFF2-40B4-BE49-F238E27FC236}">
                <a16:creationId xmlns:a16="http://schemas.microsoft.com/office/drawing/2014/main" id="{1C2C0ABC-AE62-06D1-BCBB-EE5607368668}"/>
              </a:ext>
            </a:extLst>
          </p:cNvPr>
          <p:cNvSpPr txBox="1"/>
          <p:nvPr/>
        </p:nvSpPr>
        <p:spPr>
          <a:xfrm>
            <a:off x="8653720" y="1198045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Extra bedding</a:t>
            </a:r>
            <a:endParaRPr lang="fr-BE" sz="1600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5BC3EA7A-EDCD-F383-501E-7978CE3070D7}"/>
              </a:ext>
            </a:extLst>
          </p:cNvPr>
          <p:cNvSpPr txBox="1"/>
          <p:nvPr/>
        </p:nvSpPr>
        <p:spPr>
          <a:xfrm>
            <a:off x="8653720" y="1534006"/>
            <a:ext cx="253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In storage under the bed</a:t>
            </a:r>
            <a:endParaRPr lang="fr-BE" sz="16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26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4C4B7-24D7-9675-810D-2E5C9431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EB9D6EB-8114-4D4B-096B-082ABCD2D955}"/>
              </a:ext>
            </a:extLst>
          </p:cNvPr>
          <p:cNvCxnSpPr>
            <a:cxnSpLocks/>
          </p:cNvCxnSpPr>
          <p:nvPr/>
        </p:nvCxnSpPr>
        <p:spPr>
          <a:xfrm>
            <a:off x="6105828" y="508820"/>
            <a:ext cx="0" cy="584036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e 7">
            <a:extLst>
              <a:ext uri="{FF2B5EF4-FFF2-40B4-BE49-F238E27FC236}">
                <a16:creationId xmlns:a16="http://schemas.microsoft.com/office/drawing/2014/main" id="{4957A67B-9ED8-CEA1-7455-053F1C25C52C}"/>
              </a:ext>
            </a:extLst>
          </p:cNvPr>
          <p:cNvGrpSpPr/>
          <p:nvPr/>
        </p:nvGrpSpPr>
        <p:grpSpPr>
          <a:xfrm>
            <a:off x="5861939" y="504152"/>
            <a:ext cx="468121" cy="468121"/>
            <a:chOff x="5520814" y="504152"/>
            <a:chExt cx="1150372" cy="1150372"/>
          </a:xfrm>
          <a:effectLst/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3712F93-CA77-82F5-D4E8-40573C90D7E3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10" name="Graphique 9">
              <a:extLst>
                <a:ext uri="{FF2B5EF4-FFF2-40B4-BE49-F238E27FC236}">
                  <a16:creationId xmlns:a16="http://schemas.microsoft.com/office/drawing/2014/main" id="{B815C341-2392-0AC8-2225-06CB8F2B30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55A03CE-30F5-20E8-AE5F-60F29D259E81}"/>
              </a:ext>
            </a:extLst>
          </p:cNvPr>
          <p:cNvGrpSpPr/>
          <p:nvPr/>
        </p:nvGrpSpPr>
        <p:grpSpPr>
          <a:xfrm>
            <a:off x="5861939" y="4805676"/>
            <a:ext cx="468121" cy="468121"/>
            <a:chOff x="5520814" y="504152"/>
            <a:chExt cx="1150372" cy="1150372"/>
          </a:xfrm>
          <a:effectLst/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921AB54-F6DA-B945-A7D4-30AEEF3231F8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15296868-2486-13D6-EE57-5BC671955B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E708B922-45AD-0E07-F062-F1EAC83AB0AA}"/>
              </a:ext>
            </a:extLst>
          </p:cNvPr>
          <p:cNvGrpSpPr/>
          <p:nvPr/>
        </p:nvGrpSpPr>
        <p:grpSpPr>
          <a:xfrm>
            <a:off x="5861939" y="3730295"/>
            <a:ext cx="468121" cy="468121"/>
            <a:chOff x="5520814" y="504152"/>
            <a:chExt cx="1150372" cy="1150372"/>
          </a:xfrm>
          <a:effectLst/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67DC295E-821F-11EB-9E96-C1183795764B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22" name="Graphique 21">
              <a:extLst>
                <a:ext uri="{FF2B5EF4-FFF2-40B4-BE49-F238E27FC236}">
                  <a16:creationId xmlns:a16="http://schemas.microsoft.com/office/drawing/2014/main" id="{8E4C2CD7-AF15-4E97-93C9-1F36E9E3C8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3A329B89-2391-3C7C-B130-399740695B7E}"/>
              </a:ext>
            </a:extLst>
          </p:cNvPr>
          <p:cNvGrpSpPr/>
          <p:nvPr/>
        </p:nvGrpSpPr>
        <p:grpSpPr>
          <a:xfrm>
            <a:off x="5861939" y="2654914"/>
            <a:ext cx="468121" cy="468121"/>
            <a:chOff x="5520814" y="504152"/>
            <a:chExt cx="1150372" cy="1150372"/>
          </a:xfrm>
          <a:effectLst/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424F9207-DCAD-8CF7-B087-441AB6039D5A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27" name="Graphique 26">
              <a:extLst>
                <a:ext uri="{FF2B5EF4-FFF2-40B4-BE49-F238E27FC236}">
                  <a16:creationId xmlns:a16="http://schemas.microsoft.com/office/drawing/2014/main" id="{0F47F9CA-0A85-2E3A-4A13-889F436EB1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7A930FAD-321E-6399-E0A4-65469B4F78EF}"/>
              </a:ext>
            </a:extLst>
          </p:cNvPr>
          <p:cNvGrpSpPr/>
          <p:nvPr/>
        </p:nvGrpSpPr>
        <p:grpSpPr>
          <a:xfrm>
            <a:off x="5861939" y="1579533"/>
            <a:ext cx="468121" cy="468121"/>
            <a:chOff x="5520814" y="504152"/>
            <a:chExt cx="1150372" cy="1150372"/>
          </a:xfrm>
          <a:effectLst/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0F062329-DC2C-986B-A15C-68242757F2F3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30" name="Graphique 29">
              <a:extLst>
                <a:ext uri="{FF2B5EF4-FFF2-40B4-BE49-F238E27FC236}">
                  <a16:creationId xmlns:a16="http://schemas.microsoft.com/office/drawing/2014/main" id="{7DA8A9BB-2BC7-7742-33C2-372B4EA056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1A4ABCFA-DCDB-FF55-215D-1754114A73DA}"/>
              </a:ext>
            </a:extLst>
          </p:cNvPr>
          <p:cNvGrpSpPr/>
          <p:nvPr/>
        </p:nvGrpSpPr>
        <p:grpSpPr>
          <a:xfrm>
            <a:off x="5620088" y="5745326"/>
            <a:ext cx="971480" cy="971480"/>
            <a:chOff x="5520814" y="504152"/>
            <a:chExt cx="1150372" cy="115037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2FB3C26-5A39-7AAC-9A05-A815F53AEB30}"/>
                </a:ext>
              </a:extLst>
            </p:cNvPr>
            <p:cNvSpPr/>
            <p:nvPr/>
          </p:nvSpPr>
          <p:spPr>
            <a:xfrm>
              <a:off x="5520814" y="504152"/>
              <a:ext cx="1150372" cy="11503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latin typeface="Ysabeau Infant" pitchFamily="2" charset="0"/>
                <a:ea typeface="Ysabeau Infant" pitchFamily="2" charset="0"/>
                <a:cs typeface="Ysabeau Infant" pitchFamily="2" charset="0"/>
              </a:endParaRPr>
            </a:p>
          </p:txBody>
        </p:sp>
        <p:pic>
          <p:nvPicPr>
            <p:cNvPr id="33" name="Graphique 32">
              <a:extLst>
                <a:ext uri="{FF2B5EF4-FFF2-40B4-BE49-F238E27FC236}">
                  <a16:creationId xmlns:a16="http://schemas.microsoft.com/office/drawing/2014/main" id="{C64A2536-454F-21C3-6FA4-ACBB8642FE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822541" y="805879"/>
              <a:ext cx="546919" cy="546919"/>
            </a:xfrm>
            <a:prstGeom prst="rect">
              <a:avLst/>
            </a:prstGeom>
          </p:spPr>
        </p:pic>
      </p:grp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1B5B4809-E43B-5676-527F-7BCDA3020B6D}"/>
              </a:ext>
            </a:extLst>
          </p:cNvPr>
          <p:cNvSpPr/>
          <p:nvPr/>
        </p:nvSpPr>
        <p:spPr>
          <a:xfrm>
            <a:off x="700179" y="2800212"/>
            <a:ext cx="1422389" cy="1927246"/>
          </a:xfrm>
          <a:prstGeom prst="roundRect">
            <a:avLst/>
          </a:prstGeom>
          <a:noFill/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C72166D8-A970-5455-66F4-713B7404DEF4}"/>
              </a:ext>
            </a:extLst>
          </p:cNvPr>
          <p:cNvSpPr/>
          <p:nvPr/>
        </p:nvSpPr>
        <p:spPr>
          <a:xfrm>
            <a:off x="3027397" y="3121629"/>
            <a:ext cx="1422389" cy="1927246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BB826662-47DD-4840-C340-B0C0E77D2882}"/>
              </a:ext>
            </a:extLst>
          </p:cNvPr>
          <p:cNvSpPr/>
          <p:nvPr/>
        </p:nvSpPr>
        <p:spPr>
          <a:xfrm>
            <a:off x="5394633" y="3532594"/>
            <a:ext cx="1422389" cy="192724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789D5945-B0C0-3704-9616-386A226F733E}"/>
              </a:ext>
            </a:extLst>
          </p:cNvPr>
          <p:cNvSpPr/>
          <p:nvPr/>
        </p:nvSpPr>
        <p:spPr>
          <a:xfrm>
            <a:off x="1233671" y="4577494"/>
            <a:ext cx="355404" cy="35540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188B6CE7-FECE-C05F-E15A-1FB911154C1C}"/>
              </a:ext>
            </a:extLst>
          </p:cNvPr>
          <p:cNvSpPr/>
          <p:nvPr/>
        </p:nvSpPr>
        <p:spPr>
          <a:xfrm>
            <a:off x="3560889" y="4848471"/>
            <a:ext cx="355404" cy="35540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2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7D6E5D98-BDBD-C75E-CCE4-0E9E19811B91}"/>
              </a:ext>
            </a:extLst>
          </p:cNvPr>
          <p:cNvSpPr/>
          <p:nvPr/>
        </p:nvSpPr>
        <p:spPr>
          <a:xfrm>
            <a:off x="5928125" y="5282138"/>
            <a:ext cx="355404" cy="35540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3</a:t>
            </a:r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FBF552AC-2281-E780-77C0-75654E4B0733}"/>
              </a:ext>
            </a:extLst>
          </p:cNvPr>
          <p:cNvSpPr/>
          <p:nvPr/>
        </p:nvSpPr>
        <p:spPr>
          <a:xfrm>
            <a:off x="7761870" y="3121629"/>
            <a:ext cx="1422389" cy="1927246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2489BD41-8DAD-DC10-5203-44397E2D6C49}"/>
              </a:ext>
            </a:extLst>
          </p:cNvPr>
          <p:cNvSpPr/>
          <p:nvPr/>
        </p:nvSpPr>
        <p:spPr>
          <a:xfrm>
            <a:off x="8295362" y="4848471"/>
            <a:ext cx="355404" cy="35540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4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1C068BD6-59B7-AC03-7910-ED92DECCF0EC}"/>
              </a:ext>
            </a:extLst>
          </p:cNvPr>
          <p:cNvSpPr/>
          <p:nvPr/>
        </p:nvSpPr>
        <p:spPr>
          <a:xfrm>
            <a:off x="10069431" y="2800212"/>
            <a:ext cx="1422389" cy="1927246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D299231E-004A-1C3C-371A-B2B25B23B639}"/>
              </a:ext>
            </a:extLst>
          </p:cNvPr>
          <p:cNvSpPr/>
          <p:nvPr/>
        </p:nvSpPr>
        <p:spPr>
          <a:xfrm>
            <a:off x="10602923" y="4577494"/>
            <a:ext cx="355404" cy="35540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/>
              <a:t>5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528E29C-3385-E842-0A1C-CEFF42410A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344" y="3021100"/>
            <a:ext cx="407900" cy="4079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B373607-A088-CD13-D385-A0E2F2FCF546}"/>
              </a:ext>
            </a:extLst>
          </p:cNvPr>
          <p:cNvSpPr txBox="1"/>
          <p:nvPr/>
        </p:nvSpPr>
        <p:spPr>
          <a:xfrm>
            <a:off x="700179" y="3473599"/>
            <a:ext cx="142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Before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10:00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2F8AE6A-C526-D4EF-391D-5D2DED58E7A3}"/>
              </a:ext>
            </a:extLst>
          </p:cNvPr>
          <p:cNvSpPr txBox="1"/>
          <p:nvPr/>
        </p:nvSpPr>
        <p:spPr>
          <a:xfrm>
            <a:off x="700179" y="3728409"/>
            <a:ext cx="1422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Check out time</a:t>
            </a:r>
            <a:endParaRPr lang="fr-BE" sz="12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9C2B2B35-BEE2-5148-C52E-69CBDF2E8D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345" y="3277796"/>
            <a:ext cx="407900" cy="407900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0435C719-A5CE-9424-D2D0-066B332A59AF}"/>
              </a:ext>
            </a:extLst>
          </p:cNvPr>
          <p:cNvSpPr txBox="1"/>
          <p:nvPr/>
        </p:nvSpPr>
        <p:spPr>
          <a:xfrm>
            <a:off x="3018180" y="3730295"/>
            <a:ext cx="142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Tidy</a:t>
            </a:r>
            <a:r>
              <a:rPr lang="fr-FR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up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4FE5CE2-DC19-8341-D95D-7F8B8624F2B1}"/>
              </a:ext>
            </a:extLst>
          </p:cNvPr>
          <p:cNvSpPr txBox="1"/>
          <p:nvPr/>
        </p:nvSpPr>
        <p:spPr>
          <a:xfrm>
            <a:off x="3018180" y="3995265"/>
            <a:ext cx="1422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Used</a:t>
            </a:r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</a:t>
            </a:r>
            <a:r>
              <a:rPr lang="fr-FR" sz="12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dishes</a:t>
            </a:r>
            <a:endParaRPr lang="fr-BE" sz="12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9F1BB153-1021-9C78-3929-A9E0A5B693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596" y="3021100"/>
            <a:ext cx="407900" cy="407900"/>
          </a:xfrm>
          <a:prstGeom prst="rect">
            <a:avLst/>
          </a:prstGeom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C96000A2-EC44-5580-4239-EE71C0602B8B}"/>
              </a:ext>
            </a:extLst>
          </p:cNvPr>
          <p:cNvSpPr txBox="1"/>
          <p:nvPr/>
        </p:nvSpPr>
        <p:spPr>
          <a:xfrm>
            <a:off x="10069431" y="3473599"/>
            <a:ext cx="142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Lock &amp; keys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35A330C-0AE9-3B33-FA89-89A6339D8D1D}"/>
              </a:ext>
            </a:extLst>
          </p:cNvPr>
          <p:cNvSpPr txBox="1"/>
          <p:nvPr/>
        </p:nvSpPr>
        <p:spPr>
          <a:xfrm>
            <a:off x="10069431" y="3718249"/>
            <a:ext cx="1422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Close de </a:t>
            </a:r>
            <a:r>
              <a:rPr lang="fr-FR" sz="12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door</a:t>
            </a:r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&amp; </a:t>
            </a:r>
            <a:r>
              <a:rPr lang="fr-FR" sz="12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window</a:t>
            </a:r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, return the key, and scramble the code</a:t>
            </a:r>
            <a:endParaRPr lang="fr-BE" sz="12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657C6FC9-C596-0CF6-5504-4567BCB385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034" y="3277796"/>
            <a:ext cx="407900" cy="407900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CD8A7A91-8C47-D6C0-8B5F-CCE0ACCC115B}"/>
              </a:ext>
            </a:extLst>
          </p:cNvPr>
          <p:cNvSpPr txBox="1"/>
          <p:nvPr/>
        </p:nvSpPr>
        <p:spPr>
          <a:xfrm>
            <a:off x="7761869" y="3730295"/>
            <a:ext cx="142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Final check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3DDB276-F02A-81EF-29B9-4AC4FAB904D3}"/>
              </a:ext>
            </a:extLst>
          </p:cNvPr>
          <p:cNvSpPr txBox="1"/>
          <p:nvPr/>
        </p:nvSpPr>
        <p:spPr>
          <a:xfrm>
            <a:off x="7761869" y="3954625"/>
            <a:ext cx="1422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Check for </a:t>
            </a:r>
            <a:r>
              <a:rPr lang="fr-FR" sz="12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chargers</a:t>
            </a:r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&amp;  </a:t>
            </a:r>
            <a:r>
              <a:rPr lang="fr-FR" sz="12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clothes</a:t>
            </a:r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&amp; </a:t>
            </a:r>
            <a:r>
              <a:rPr lang="fr-FR" sz="12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personal</a:t>
            </a:r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item </a:t>
            </a:r>
            <a:endParaRPr lang="fr-BE" sz="12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18DF29A1-3D74-A698-E73E-AC5679CF14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750" y="3686347"/>
            <a:ext cx="407900" cy="407900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8B62A56C-2E03-EC99-6DBB-652C2821C7A0}"/>
              </a:ext>
            </a:extLst>
          </p:cNvPr>
          <p:cNvSpPr txBox="1"/>
          <p:nvPr/>
        </p:nvSpPr>
        <p:spPr>
          <a:xfrm>
            <a:off x="5411585" y="4138846"/>
            <a:ext cx="142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6">
                    <a:lumMod val="75000"/>
                  </a:schemeClr>
                </a:solidFill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Waste</a:t>
            </a:r>
            <a:endParaRPr lang="fr-BE" b="1" dirty="0">
              <a:solidFill>
                <a:schemeClr val="accent6">
                  <a:lumMod val="75000"/>
                </a:schemeClr>
              </a:solidFill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BAB2692-F01A-B48F-2501-C98715C251C3}"/>
              </a:ext>
            </a:extLst>
          </p:cNvPr>
          <p:cNvSpPr txBox="1"/>
          <p:nvPr/>
        </p:nvSpPr>
        <p:spPr>
          <a:xfrm>
            <a:off x="5411585" y="4383496"/>
            <a:ext cx="1422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Take out the trash to the </a:t>
            </a:r>
            <a:r>
              <a:rPr lang="fr-FR" sz="1200" dirty="0" err="1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closet</a:t>
            </a:r>
            <a:r>
              <a:rPr lang="fr-FR" sz="1200" dirty="0">
                <a:latin typeface="Ysabeau Infant" pitchFamily="2" charset="0"/>
                <a:ea typeface="Ysabeau Infant" pitchFamily="2" charset="0"/>
                <a:cs typeface="Ysabeau Infant" pitchFamily="2" charset="0"/>
              </a:rPr>
              <a:t> in the corridor </a:t>
            </a:r>
            <a:endParaRPr lang="fr-BE" sz="1200" dirty="0">
              <a:latin typeface="Ysabeau Infant" pitchFamily="2" charset="0"/>
              <a:ea typeface="Ysabeau Infant" pitchFamily="2" charset="0"/>
              <a:cs typeface="Ysabeau Infan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82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Vieux Parchemin Déchiré Isolé Sur Fond Blanc Photo stock - Image du  chiffonné, document: 66223922">
            <a:extLst>
              <a:ext uri="{FF2B5EF4-FFF2-40B4-BE49-F238E27FC236}">
                <a16:creationId xmlns:a16="http://schemas.microsoft.com/office/drawing/2014/main" id="{88236C5C-1C36-5AA1-65EA-641CBBC5D7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9" b="89905" l="5063" r="92750">
                        <a14:foregroundMark x1="16563" y1="8670" x2="10563" y2="14608"/>
                        <a14:foregroundMark x1="10563" y1="14608" x2="8875" y2="27316"/>
                        <a14:foregroundMark x1="8875" y1="27316" x2="8688" y2="68527"/>
                        <a14:foregroundMark x1="8688" y1="68527" x2="11813" y2="78979"/>
                        <a14:foregroundMark x1="5063" y1="56176" x2="5063" y2="56176"/>
                        <a14:foregroundMark x1="5063" y1="56176" x2="5063" y2="56176"/>
                        <a14:foregroundMark x1="89813" y1="10570" x2="92750" y2="20546"/>
                        <a14:foregroundMark x1="92750" y1="20546" x2="91313" y2="72684"/>
                        <a14:backgroundMark x1="95813" y1="23634" x2="95563" y2="24822"/>
                        <a14:backgroundMark x1="96250" y1="36105" x2="95813" y2="36105"/>
                      </a14:backgroundRemoval>
                    </a14:imgEffect>
                    <a14:imgEffect>
                      <a14:artisticPastelsSmooth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0" y="1025443"/>
            <a:ext cx="2849880" cy="1499749"/>
          </a:xfrm>
          <a:prstGeom prst="rect">
            <a:avLst/>
          </a:prstGeom>
        </p:spPr>
      </p:pic>
      <p:pic>
        <p:nvPicPr>
          <p:cNvPr id="3" name="Image 2" descr="gros plan d'un papier à lettres sur fond blanc - 117139498">
            <a:extLst>
              <a:ext uri="{FF2B5EF4-FFF2-40B4-BE49-F238E27FC236}">
                <a16:creationId xmlns:a16="http://schemas.microsoft.com/office/drawing/2014/main" id="{173459F7-57EF-A57C-3FE7-7229A23CCA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50" b="89816" l="8615" r="90077">
                        <a14:foregroundMark x1="8692" y1="53422" x2="8692" y2="53422"/>
                        <a14:foregroundMark x1="8692" y1="53422" x2="8692" y2="53422"/>
                        <a14:foregroundMark x1="89846" y1="32387" x2="89846" y2="32387"/>
                        <a14:foregroundMark x1="89846" y1="32387" x2="89846" y2="32387"/>
                        <a14:foregroundMark x1="90077" y1="55927" x2="90077" y2="55927"/>
                        <a14:foregroundMark x1="90077" y1="55927" x2="90077" y2="55927"/>
                        <a14:foregroundMark x1="89154" y1="71452" x2="89154" y2="71452"/>
                        <a14:foregroundMark x1="89154" y1="71452" x2="89154" y2="71452"/>
                      </a14:backgroundRemoval>
                    </a14:imgEffect>
                    <a14:imgEffect>
                      <a14:artisticPastelsSmooth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7479" t="23929" r="8077" b="20670"/>
          <a:stretch>
            <a:fillRect/>
          </a:stretch>
        </p:blipFill>
        <p:spPr>
          <a:xfrm>
            <a:off x="2074607" y="5147986"/>
            <a:ext cx="7737987" cy="1369142"/>
          </a:xfrm>
          <a:prstGeom prst="rect">
            <a:avLst/>
          </a:prstGeom>
        </p:spPr>
      </p:pic>
      <p:pic>
        <p:nvPicPr>
          <p:cNvPr id="7" name="Image 6" descr="Un vieux rouleau de papier froissé. Copiez l'espace. Isolé sur blanc - 162581813">
            <a:extLst>
              <a:ext uri="{FF2B5EF4-FFF2-40B4-BE49-F238E27FC236}">
                <a16:creationId xmlns:a16="http://schemas.microsoft.com/office/drawing/2014/main" id="{EF18DDB2-E787-D7A9-792F-76F6F5F6B3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57" b="89827" l="5077" r="94077">
                        <a14:foregroundMark x1="8385" y1="35065" x2="8077" y2="67316"/>
                        <a14:foregroundMark x1="5308" y1="33766" x2="5077" y2="32900"/>
                        <a14:foregroundMark x1="91538" y1="32900" x2="90538" y2="63420"/>
                        <a14:foregroundMark x1="90538" y1="63420" x2="93462" y2="42641"/>
                        <a14:foregroundMark x1="93462" y1="42641" x2="94077" y2="51082"/>
                      </a14:backgroundRemoval>
                    </a14:imgEffect>
                    <a14:imgEffect>
                      <a14:artisticPastelsSmooth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4280" t="23166" r="4181" b="22104"/>
          <a:stretch>
            <a:fillRect/>
          </a:stretch>
        </p:blipFill>
        <p:spPr>
          <a:xfrm>
            <a:off x="1808703" y="3044652"/>
            <a:ext cx="8370278" cy="177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22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Vieux Parchemin Déchiré Isolé Sur Fond Blanc Image stock - Image du  rugueux, isolement: 66223883">
            <a:extLst>
              <a:ext uri="{FF2B5EF4-FFF2-40B4-BE49-F238E27FC236}">
                <a16:creationId xmlns:a16="http://schemas.microsoft.com/office/drawing/2014/main" id="{2ECBF5CB-F952-15B0-A965-60A3727040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36" b="89744" l="6125" r="95250">
                        <a14:foregroundMark x1="6750" y1="34936" x2="6125" y2="74679"/>
                        <a14:foregroundMark x1="6125" y1="74679" x2="6875" y2="79808"/>
                        <a14:foregroundMark x1="93125" y1="34936" x2="92125" y2="67628"/>
                        <a14:foregroundMark x1="92125" y1="67628" x2="90500" y2="78526"/>
                        <a14:foregroundMark x1="95250" y1="73397" x2="95250" y2="73397"/>
                        <a14:foregroundMark x1="95250" y1="73397" x2="95250" y2="73397"/>
                        <a14:backgroundMark x1="6875" y1="80449" x2="6875" y2="80449"/>
                        <a14:backgroundMark x1="7000" y1="80449" x2="7000" y2="80449"/>
                      </a14:backgroundRemoval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2387" t="19892" r="3161" b="16584"/>
          <a:stretch>
            <a:fillRect/>
          </a:stretch>
        </p:blipFill>
        <p:spPr>
          <a:xfrm>
            <a:off x="2497393" y="464083"/>
            <a:ext cx="7197213" cy="188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61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4F26F18-9977-8D73-0EEF-9D3ED8192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43" b="99632" l="10000" r="90000">
                        <a14:foregroundMark x1="53672" y1="25919" x2="55859" y2="29963"/>
                        <a14:foregroundMark x1="56094" y1="24449" x2="56094" y2="24449"/>
                        <a14:foregroundMark x1="68281" y1="89522" x2="58828" y2="92463"/>
                        <a14:foregroundMark x1="58828" y1="92463" x2="52109" y2="88235"/>
                        <a14:foregroundMark x1="52109" y1="88235" x2="47344" y2="93382"/>
                        <a14:foregroundMark x1="47344" y1="93382" x2="40938" y2="91912"/>
                        <a14:foregroundMark x1="40938" y1="91912" x2="35625" y2="94301"/>
                        <a14:foregroundMark x1="35625" y1="94301" x2="31641" y2="89706"/>
                        <a14:foregroundMark x1="31641" y1="89706" x2="37188" y2="96324"/>
                        <a14:foregroundMark x1="37188" y1="96324" x2="52578" y2="94669"/>
                        <a14:foregroundMark x1="52578" y1="94669" x2="65859" y2="98897"/>
                        <a14:foregroundMark x1="65859" y1="98897" x2="49844" y2="97978"/>
                        <a14:foregroundMark x1="49844" y1="97978" x2="45234" y2="90625"/>
                        <a14:foregroundMark x1="45234" y1="90625" x2="41641" y2="88971"/>
                        <a14:foregroundMark x1="26172" y1="44669" x2="26172" y2="44669"/>
                        <a14:foregroundMark x1="26172" y1="44669" x2="26484" y2="49632"/>
                        <a14:foregroundMark x1="26328" y1="40625" x2="26406" y2="40074"/>
                        <a14:foregroundMark x1="26094" y1="37684" x2="26094" y2="37684"/>
                        <a14:foregroundMark x1="26172" y1="54779" x2="26172" y2="54779"/>
                        <a14:foregroundMark x1="26172" y1="54779" x2="26172" y2="54779"/>
                        <a14:foregroundMark x1="30703" y1="23162" x2="30703" y2="23162"/>
                        <a14:foregroundMark x1="30703" y1="23162" x2="30703" y2="23162"/>
                        <a14:foregroundMark x1="31641" y1="96875" x2="31641" y2="96875"/>
                        <a14:foregroundMark x1="31641" y1="96875" x2="39219" y2="99632"/>
                        <a14:foregroundMark x1="30391" y1="95772" x2="30391" y2="95772"/>
                        <a14:foregroundMark x1="30391" y1="95772" x2="30391" y2="95772"/>
                        <a14:foregroundMark x1="30391" y1="95772" x2="30391" y2="95772"/>
                        <a14:foregroundMark x1="30859" y1="95956" x2="30547" y2="94669"/>
                        <a14:foregroundMark x1="29844" y1="94301" x2="29844" y2="95037"/>
                        <a14:foregroundMark x1="66563" y1="97610" x2="66641" y2="95956"/>
                        <a14:foregroundMark x1="78828" y1="61581" x2="79453" y2="70956"/>
                        <a14:foregroundMark x1="79453" y1="70956" x2="79453" y2="70956"/>
                        <a14:foregroundMark x1="64297" y1="45772" x2="60469" y2="49449"/>
                        <a14:foregroundMark x1="60469" y1="49449" x2="60391" y2="49816"/>
                        <a14:foregroundMark x1="77422" y1="53860" x2="76394" y2="52194"/>
                        <a14:foregroundMark x1="78828" y1="53676" x2="80000" y2="62500"/>
                        <a14:foregroundMark x1="80000" y1="62500" x2="79609" y2="59191"/>
                        <a14:foregroundMark x1="78203" y1="51838" x2="77144" y2="51103"/>
                        <a14:foregroundMark x1="64766" y1="47794" x2="71328" y2="47610"/>
                        <a14:foregroundMark x1="71328" y1="47610" x2="76875" y2="51103"/>
                        <a14:foregroundMark x1="70781" y1="47610" x2="66172" y2="45404"/>
                        <a14:foregroundMark x1="66172" y1="45404" x2="64766" y2="46324"/>
                        <a14:foregroundMark x1="70781" y1="47243" x2="68203" y2="45772"/>
                        <a14:foregroundMark x1="70703" y1="46691" x2="77422" y2="50551"/>
                        <a14:backgroundMark x1="62813" y1="45037" x2="64494" y2="45492"/>
                      </a14:backgroundRemoval>
                    </a14:imgEffect>
                  </a14:imgLayer>
                </a14:imgProps>
              </a:ext>
            </a:extLst>
          </a:blip>
          <a:srcRect l="21633" r="18695"/>
          <a:stretch>
            <a:fillRect/>
          </a:stretch>
        </p:blipFill>
        <p:spPr>
          <a:xfrm>
            <a:off x="1179871" y="838200"/>
            <a:ext cx="1533832" cy="10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10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An antique brass pocket compass with an engraved lid and detailed navigation dial on white surface - 318022142">
            <a:extLst>
              <a:ext uri="{FF2B5EF4-FFF2-40B4-BE49-F238E27FC236}">
                <a16:creationId xmlns:a16="http://schemas.microsoft.com/office/drawing/2014/main" id="{CCA4EA9D-A6F2-236C-D562-684058CE8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76" b="89877" l="10000" r="90000">
                        <a14:foregroundMark x1="36538" y1="9576" x2="38385" y2="9713"/>
                        <a14:foregroundMark x1="60692" y1="83721" x2="60077" y2="84268"/>
                        <a14:foregroundMark x1="49174" y1="86640" x2="49538" y2="86867"/>
                        <a14:foregroundMark x1="49538" y1="86867" x2="49538" y2="86867"/>
                        <a14:foregroundMark x1="57926" y1="85077" x2="59385" y2="84542"/>
                        <a14:backgroundMark x1="60494" y1="85088" x2="59033" y2="85653"/>
                        <a14:backgroundMark x1="62615" y1="84268" x2="61240" y2="84800"/>
                        <a14:backgroundMark x1="58841" y1="86259" x2="60769" y2="86183"/>
                        <a14:backgroundMark x1="49308" y1="87962" x2="51154" y2="88372"/>
                        <a14:backgroundMark x1="49172" y1="87671" x2="50077" y2="88235"/>
                        <a14:backgroundMark x1="50077" y1="88235" x2="50154" y2="88235"/>
                        <a14:backgroundMark x1="50692" y1="87688" x2="49231" y2="87415"/>
                        <a14:backgroundMark x1="41538" y1="84952" x2="42390" y2="85306"/>
                        <a14:backgroundMark x1="39077" y1="81806" x2="43538" y2="85499"/>
                        <a14:backgroundMark x1="43615" y1="85773" x2="48615" y2="87962"/>
                        <a14:backgroundMark x1="48692" y1="87962" x2="44308" y2="86047"/>
                        <a14:backgroundMark x1="44385" y1="85910" x2="48385" y2="87415"/>
                        <a14:backgroundMark x1="58538" y1="86594" x2="54692" y2="87825"/>
                      </a14:backgroundRemoval>
                    </a14:imgEffect>
                    <a14:imgEffect>
                      <a14:artisticPastelsSmoot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0" y="858129"/>
            <a:ext cx="1753330" cy="98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254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Grand écran</PresentationFormat>
  <Paragraphs>68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Ysabeau Infant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TOLOJANAHARY</dc:creator>
  <cp:lastModifiedBy>Steven TOLOJANAHARY</cp:lastModifiedBy>
  <cp:revision>11</cp:revision>
  <dcterms:created xsi:type="dcterms:W3CDTF">2026-09-01T13:54:03Z</dcterms:created>
  <dcterms:modified xsi:type="dcterms:W3CDTF">2026-09-09T10:42:20Z</dcterms:modified>
</cp:coreProperties>
</file>
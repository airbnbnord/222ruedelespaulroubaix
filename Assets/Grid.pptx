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F959E3-42D7-6C81-2EB1-65BA47F34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D31FE3-3864-5038-430A-2AA6F7AFE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22C0A2-33DF-9A69-E322-09327E47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600CA7-3310-A4C4-882C-565CC472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98735E-69C8-98DC-4030-93944252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4642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E46BA2-CBA0-AF0B-3326-09C21A10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6D3B1A-FE74-941F-5C8E-6AB39A535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6A5590-4818-1C0D-C524-BED55841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5B42AF-B4FD-353A-5D86-7B1546E8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52A146-FA3A-6A9B-E92D-75BEF745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7041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E49AE-20F3-423C-5303-5209081B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95C7FC-468C-900A-539E-C5222ABCF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EAEBF4-4137-C055-D5D7-91769607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2344BE-06F0-F114-AD5C-ABBA2B36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8F8D39-93A1-9BA5-31EF-34B939F5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325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08824F-D34F-7279-53FF-E572D2BC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7C5227-2B52-4360-5C34-662B74D81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D43A2B-C9E9-C456-BA70-868A2DACE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AB0D92-5786-66F0-A972-1B0A3A4F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A84581-11C7-22B1-F13A-1B0690D9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CB7F7A-4B90-1C48-A115-F9F9A569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0697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812CBD-F247-8F79-2082-80E1020F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84B02A-061A-F07E-E39C-6CFBF868E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AD267A-971C-0F42-11F8-C9E18DB83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43CEC5-49D0-5B38-9AB8-232105FB0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57F1FE6-7B66-D80F-A6E5-D8BCED986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329601F-38B1-4D49-9027-315DAACC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724690E-8959-5E18-308B-65ED1DAA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222E406-BBD6-4844-6E09-F0C09DB5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6096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233964-0E69-F91E-2E7E-3C521A953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1F3BED-6A27-0AFC-5BCC-A2B8072F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52419F-1160-CC43-3A82-1EB90DE74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D7839E-7800-7098-878B-5024F631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00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B705188-151B-A1D4-0DC1-2F41B80E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82005D-ED4D-434F-5A13-32A39EA4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378C2D-2FDD-DB2F-EBD9-B0CB3BE6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7197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A61D9B-3AAB-E5F3-4EF0-588FAA44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ADE94B-0834-3BEA-4120-0A87E7EE2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C33A4E-2A21-D390-28D7-AAAEDE189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DECA6D-FFD9-4D60-4447-1018B9F8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9D69B2-2BC2-F429-4D80-39FF99DE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0BD072-5C7B-7296-F6FF-B9C07616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39107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2A8A3-A2A1-FA3D-EC26-0ACE0B2F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7636AAC-575B-4767-C8A5-A5CFD95A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CA1DFD-1013-1035-1ECA-5E55F6682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B32330-9F82-07E6-21CB-F3B44E11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3256DA-9100-1712-1FD7-07949CAC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862856-41B3-99D3-4B14-D58AF35C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0665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0CED28-39A9-BC27-B6BA-ED76D2FF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56194D7-BCA4-FE96-5172-9BF8BAEEE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B81D92-3F3D-D93A-DC69-11C3A22E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22B2C4-14B6-9659-07C7-C669FC34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86E786-FE7D-9758-63CF-6F09E8CD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63851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A4E3DBA-9368-0B64-A958-D548F1756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4D65AB-67A6-BDE0-DB45-9F89D7E9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1A03D4-BFA9-72EC-52E7-23D92FED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0EB9D5-3EA2-7EEA-F82C-73EA0BCC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871E4D-7706-86E6-257B-EBDF48F4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5466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2B99405-38EE-D79F-C16B-4008FF6AB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5882C9-D648-53DB-D65C-38DB0CDB6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AE94CC-404E-A18A-DF9B-86B654313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B17B2-C5D8-4EC3-A500-39CD57E8FEF2}" type="datetimeFigureOut">
              <a:rPr lang="fr-BE" smtClean="0"/>
              <a:t>23-08-26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7C69F1-96A1-2793-2FC6-F601058C1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48BAA4-9A93-9AC2-6EDE-DEB33D996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C777F-4EF4-41E9-93F7-20F37D9686B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0419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B5287D9B-8612-810D-9AF8-680E4146FDEB}"/>
              </a:ext>
            </a:extLst>
          </p:cNvPr>
          <p:cNvGrpSpPr/>
          <p:nvPr/>
        </p:nvGrpSpPr>
        <p:grpSpPr>
          <a:xfrm>
            <a:off x="76694" y="914398"/>
            <a:ext cx="12038612" cy="4500750"/>
            <a:chOff x="76694" y="914398"/>
            <a:chExt cx="12038612" cy="4500750"/>
          </a:xfrm>
        </p:grpSpPr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DEC2326-91F4-A9A4-198D-309628E1AF8E}"/>
                </a:ext>
              </a:extLst>
            </p:cNvPr>
            <p:cNvSpPr/>
            <p:nvPr/>
          </p:nvSpPr>
          <p:spPr>
            <a:xfrm>
              <a:off x="76694" y="914399"/>
              <a:ext cx="4476998" cy="4500748"/>
            </a:xfrm>
            <a:custGeom>
              <a:avLst/>
              <a:gdLst>
                <a:gd name="csX0" fmla="*/ 2145921 w 4476998"/>
                <a:gd name="csY0" fmla="*/ 2552648 h 4500748"/>
                <a:gd name="csX1" fmla="*/ 2165819 w 4476998"/>
                <a:gd name="csY1" fmla="*/ 2616749 h 4500748"/>
                <a:gd name="csX2" fmla="*/ 2148061 w 4476998"/>
                <a:gd name="csY2" fmla="*/ 2556957 h 4500748"/>
                <a:gd name="csX3" fmla="*/ 2115095 w 4476998"/>
                <a:gd name="csY3" fmla="*/ 2494200 h 4500748"/>
                <a:gd name="csX4" fmla="*/ 2136269 w 4476998"/>
                <a:gd name="csY4" fmla="*/ 2533209 h 4500748"/>
                <a:gd name="csX5" fmla="*/ 2120747 w 4476998"/>
                <a:gd name="csY5" fmla="*/ 2501952 h 4500748"/>
                <a:gd name="csX6" fmla="*/ 2074474 w 4476998"/>
                <a:gd name="csY6" fmla="*/ 2442591 h 4500748"/>
                <a:gd name="csX7" fmla="*/ 2100201 w 4476998"/>
                <a:gd name="csY7" fmla="*/ 2473772 h 4500748"/>
                <a:gd name="csX8" fmla="*/ 2084860 w 4476998"/>
                <a:gd name="csY8" fmla="*/ 2452732 h 4500748"/>
                <a:gd name="csX9" fmla="*/ 2025063 w 4476998"/>
                <a:gd name="csY9" fmla="*/ 2398969 h 4500748"/>
                <a:gd name="csX10" fmla="*/ 2055615 w 4476998"/>
                <a:gd name="csY10" fmla="*/ 2424177 h 4500748"/>
                <a:gd name="csX11" fmla="*/ 2041376 w 4476998"/>
                <a:gd name="csY11" fmla="*/ 2410273 h 4500748"/>
                <a:gd name="csX12" fmla="*/ 1967548 w 4476998"/>
                <a:gd name="csY12" fmla="*/ 2364484 h 4500748"/>
                <a:gd name="csX13" fmla="*/ 2003314 w 4476998"/>
                <a:gd name="csY13" fmla="*/ 2383898 h 4500748"/>
                <a:gd name="csX14" fmla="*/ 1991270 w 4476998"/>
                <a:gd name="csY14" fmla="*/ 2375551 h 4500748"/>
                <a:gd name="csX15" fmla="*/ 1901284 w 4476998"/>
                <a:gd name="csY15" fmla="*/ 2340294 h 4500748"/>
                <a:gd name="csX16" fmla="*/ 1944355 w 4476998"/>
                <a:gd name="csY16" fmla="*/ 2353664 h 4500748"/>
                <a:gd name="csX17" fmla="*/ 1935518 w 4476998"/>
                <a:gd name="csY17" fmla="*/ 2349542 h 4500748"/>
                <a:gd name="csX18" fmla="*/ 2528897 w 4476998"/>
                <a:gd name="csY18" fmla="*/ 2145921 h 4500748"/>
                <a:gd name="csX19" fmla="*/ 2533207 w 4476998"/>
                <a:gd name="csY19" fmla="*/ 2148061 h 4500748"/>
                <a:gd name="csX20" fmla="*/ 2593007 w 4476998"/>
                <a:gd name="csY20" fmla="*/ 2165822 h 4500748"/>
                <a:gd name="csX21" fmla="*/ 2470450 w 4476998"/>
                <a:gd name="csY21" fmla="*/ 2115095 h 4500748"/>
                <a:gd name="csX22" fmla="*/ 2478202 w 4476998"/>
                <a:gd name="csY22" fmla="*/ 2120747 h 4500748"/>
                <a:gd name="csX23" fmla="*/ 2509461 w 4476998"/>
                <a:gd name="csY23" fmla="*/ 2136270 h 4500748"/>
                <a:gd name="csX24" fmla="*/ 2418840 w 4476998"/>
                <a:gd name="csY24" fmla="*/ 2074474 h 4500748"/>
                <a:gd name="csX25" fmla="*/ 2428982 w 4476998"/>
                <a:gd name="csY25" fmla="*/ 2084860 h 4500748"/>
                <a:gd name="csX26" fmla="*/ 2450023 w 4476998"/>
                <a:gd name="csY26" fmla="*/ 2100201 h 4500748"/>
                <a:gd name="csX27" fmla="*/ 2375219 w 4476998"/>
                <a:gd name="csY27" fmla="*/ 2025063 h 4500748"/>
                <a:gd name="csX28" fmla="*/ 2386523 w 4476998"/>
                <a:gd name="csY28" fmla="*/ 2041376 h 4500748"/>
                <a:gd name="csX29" fmla="*/ 2400427 w 4476998"/>
                <a:gd name="csY29" fmla="*/ 2055615 h 4500748"/>
                <a:gd name="csX30" fmla="*/ 2340735 w 4476998"/>
                <a:gd name="csY30" fmla="*/ 1967548 h 4500748"/>
                <a:gd name="csX31" fmla="*/ 2351801 w 4476998"/>
                <a:gd name="csY31" fmla="*/ 1991270 h 4500748"/>
                <a:gd name="csX32" fmla="*/ 2360148 w 4476998"/>
                <a:gd name="csY32" fmla="*/ 2003315 h 4500748"/>
                <a:gd name="csX33" fmla="*/ 2316544 w 4476998"/>
                <a:gd name="csY33" fmla="*/ 1901284 h 4500748"/>
                <a:gd name="csX34" fmla="*/ 2325792 w 4476998"/>
                <a:gd name="csY34" fmla="*/ 1935518 h 4500748"/>
                <a:gd name="csX35" fmla="*/ 2329914 w 4476998"/>
                <a:gd name="csY35" fmla="*/ 1944355 h 4500748"/>
                <a:gd name="csX36" fmla="*/ 2666018 w 4476998"/>
                <a:gd name="csY36" fmla="*/ 0 h 4500748"/>
                <a:gd name="csX37" fmla="*/ 4114793 w 4476998"/>
                <a:gd name="csY37" fmla="*/ 0 h 4500748"/>
                <a:gd name="csX38" fmla="*/ 4476998 w 4476998"/>
                <a:gd name="csY38" fmla="*/ 362205 h 4500748"/>
                <a:gd name="csX39" fmla="*/ 4476998 w 4476998"/>
                <a:gd name="csY39" fmla="*/ 1810980 h 4500748"/>
                <a:gd name="csX40" fmla="*/ 4114793 w 4476998"/>
                <a:gd name="csY40" fmla="*/ 2173185 h 4500748"/>
                <a:gd name="csX41" fmla="*/ 2666018 w 4476998"/>
                <a:gd name="csY41" fmla="*/ 2173185 h 4500748"/>
                <a:gd name="csX42" fmla="*/ 2649610 w 4476998"/>
                <a:gd name="csY42" fmla="*/ 2171531 h 4500748"/>
                <a:gd name="csX43" fmla="*/ 2665978 w 4476998"/>
                <a:gd name="csY43" fmla="*/ 2173181 h 4500748"/>
                <a:gd name="csX44" fmla="*/ 2535386 w 4476998"/>
                <a:gd name="csY44" fmla="*/ 2173181 h 4500748"/>
                <a:gd name="csX45" fmla="*/ 2173181 w 4476998"/>
                <a:gd name="csY45" fmla="*/ 2535386 h 4500748"/>
                <a:gd name="csX46" fmla="*/ 2173181 w 4476998"/>
                <a:gd name="csY46" fmla="*/ 2689728 h 4500748"/>
                <a:gd name="csX47" fmla="*/ 2172484 w 4476998"/>
                <a:gd name="csY47" fmla="*/ 2682816 h 4500748"/>
                <a:gd name="csX48" fmla="*/ 2173185 w 4476998"/>
                <a:gd name="csY48" fmla="*/ 2689768 h 4500748"/>
                <a:gd name="csX49" fmla="*/ 2173185 w 4476998"/>
                <a:gd name="csY49" fmla="*/ 4138543 h 4500748"/>
                <a:gd name="csX50" fmla="*/ 1810980 w 4476998"/>
                <a:gd name="csY50" fmla="*/ 4500748 h 4500748"/>
                <a:gd name="csX51" fmla="*/ 362205 w 4476998"/>
                <a:gd name="csY51" fmla="*/ 4500748 h 4500748"/>
                <a:gd name="csX52" fmla="*/ 0 w 4476998"/>
                <a:gd name="csY52" fmla="*/ 4138543 h 4500748"/>
                <a:gd name="csX53" fmla="*/ 0 w 4476998"/>
                <a:gd name="csY53" fmla="*/ 2689768 h 4500748"/>
                <a:gd name="csX54" fmla="*/ 362205 w 4476998"/>
                <a:gd name="csY54" fmla="*/ 2327563 h 4500748"/>
                <a:gd name="csX55" fmla="*/ 1810980 w 4476998"/>
                <a:gd name="csY55" fmla="*/ 2327563 h 4500748"/>
                <a:gd name="csX56" fmla="*/ 1879858 w 4476998"/>
                <a:gd name="csY56" fmla="*/ 2334507 h 4500748"/>
                <a:gd name="csX57" fmla="*/ 1875096 w 4476998"/>
                <a:gd name="csY57" fmla="*/ 2333220 h 4500748"/>
                <a:gd name="csX58" fmla="*/ 1810980 w 4476998"/>
                <a:gd name="csY58" fmla="*/ 2327563 h 4500748"/>
                <a:gd name="csX59" fmla="*/ 1941608 w 4476998"/>
                <a:gd name="csY59" fmla="*/ 2327563 h 4500748"/>
                <a:gd name="csX60" fmla="*/ 2303813 w 4476998"/>
                <a:gd name="csY60" fmla="*/ 1965358 h 4500748"/>
                <a:gd name="csX61" fmla="*/ 2303813 w 4476998"/>
                <a:gd name="csY61" fmla="*/ 1810980 h 4500748"/>
                <a:gd name="csX62" fmla="*/ 2309470 w 4476998"/>
                <a:gd name="csY62" fmla="*/ 1875096 h 4500748"/>
                <a:gd name="csX63" fmla="*/ 2310757 w 4476998"/>
                <a:gd name="csY63" fmla="*/ 1879858 h 4500748"/>
                <a:gd name="csX64" fmla="*/ 2303813 w 4476998"/>
                <a:gd name="csY64" fmla="*/ 1810980 h 4500748"/>
                <a:gd name="csX65" fmla="*/ 2303813 w 4476998"/>
                <a:gd name="csY65" fmla="*/ 362205 h 4500748"/>
                <a:gd name="csX66" fmla="*/ 2666018 w 4476998"/>
                <a:gd name="csY66" fmla="*/ 0 h 4500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4476998" h="4500748">
                  <a:moveTo>
                    <a:pt x="2145921" y="2552648"/>
                  </a:moveTo>
                  <a:lnTo>
                    <a:pt x="2165819" y="2616749"/>
                  </a:lnTo>
                  <a:lnTo>
                    <a:pt x="2148061" y="2556957"/>
                  </a:lnTo>
                  <a:close/>
                  <a:moveTo>
                    <a:pt x="2115095" y="2494200"/>
                  </a:moveTo>
                  <a:lnTo>
                    <a:pt x="2136269" y="2533209"/>
                  </a:lnTo>
                  <a:lnTo>
                    <a:pt x="2120747" y="2501952"/>
                  </a:lnTo>
                  <a:close/>
                  <a:moveTo>
                    <a:pt x="2074474" y="2442591"/>
                  </a:moveTo>
                  <a:lnTo>
                    <a:pt x="2100201" y="2473772"/>
                  </a:lnTo>
                  <a:lnTo>
                    <a:pt x="2084860" y="2452732"/>
                  </a:lnTo>
                  <a:close/>
                  <a:moveTo>
                    <a:pt x="2025063" y="2398969"/>
                  </a:moveTo>
                  <a:lnTo>
                    <a:pt x="2055615" y="2424177"/>
                  </a:lnTo>
                  <a:lnTo>
                    <a:pt x="2041376" y="2410273"/>
                  </a:lnTo>
                  <a:close/>
                  <a:moveTo>
                    <a:pt x="1967548" y="2364484"/>
                  </a:moveTo>
                  <a:lnTo>
                    <a:pt x="2003314" y="2383898"/>
                  </a:lnTo>
                  <a:lnTo>
                    <a:pt x="1991270" y="2375551"/>
                  </a:lnTo>
                  <a:close/>
                  <a:moveTo>
                    <a:pt x="1901284" y="2340294"/>
                  </a:moveTo>
                  <a:lnTo>
                    <a:pt x="1944355" y="2353664"/>
                  </a:lnTo>
                  <a:lnTo>
                    <a:pt x="1935518" y="2349542"/>
                  </a:lnTo>
                  <a:close/>
                  <a:moveTo>
                    <a:pt x="2528897" y="2145921"/>
                  </a:moveTo>
                  <a:lnTo>
                    <a:pt x="2533207" y="2148061"/>
                  </a:lnTo>
                  <a:lnTo>
                    <a:pt x="2593007" y="2165822"/>
                  </a:lnTo>
                  <a:close/>
                  <a:moveTo>
                    <a:pt x="2470450" y="2115095"/>
                  </a:moveTo>
                  <a:lnTo>
                    <a:pt x="2478202" y="2120747"/>
                  </a:lnTo>
                  <a:lnTo>
                    <a:pt x="2509461" y="2136270"/>
                  </a:lnTo>
                  <a:close/>
                  <a:moveTo>
                    <a:pt x="2418840" y="2074474"/>
                  </a:moveTo>
                  <a:lnTo>
                    <a:pt x="2428982" y="2084860"/>
                  </a:lnTo>
                  <a:lnTo>
                    <a:pt x="2450023" y="2100201"/>
                  </a:lnTo>
                  <a:close/>
                  <a:moveTo>
                    <a:pt x="2375219" y="2025063"/>
                  </a:moveTo>
                  <a:lnTo>
                    <a:pt x="2386523" y="2041376"/>
                  </a:lnTo>
                  <a:lnTo>
                    <a:pt x="2400427" y="2055615"/>
                  </a:lnTo>
                  <a:close/>
                  <a:moveTo>
                    <a:pt x="2340735" y="1967548"/>
                  </a:moveTo>
                  <a:lnTo>
                    <a:pt x="2351801" y="1991270"/>
                  </a:lnTo>
                  <a:lnTo>
                    <a:pt x="2360148" y="2003315"/>
                  </a:lnTo>
                  <a:close/>
                  <a:moveTo>
                    <a:pt x="2316544" y="1901284"/>
                  </a:moveTo>
                  <a:lnTo>
                    <a:pt x="2325792" y="1935518"/>
                  </a:lnTo>
                  <a:lnTo>
                    <a:pt x="2329914" y="1944355"/>
                  </a:lnTo>
                  <a:close/>
                  <a:moveTo>
                    <a:pt x="2666018" y="0"/>
                  </a:moveTo>
                  <a:lnTo>
                    <a:pt x="4114793" y="0"/>
                  </a:lnTo>
                  <a:cubicBezTo>
                    <a:pt x="4314833" y="0"/>
                    <a:pt x="4476998" y="162165"/>
                    <a:pt x="4476998" y="362205"/>
                  </a:cubicBezTo>
                  <a:lnTo>
                    <a:pt x="4476998" y="1810980"/>
                  </a:lnTo>
                  <a:cubicBezTo>
                    <a:pt x="4476998" y="2011020"/>
                    <a:pt x="4314833" y="2173185"/>
                    <a:pt x="4114793" y="2173185"/>
                  </a:cubicBezTo>
                  <a:lnTo>
                    <a:pt x="2666018" y="2173185"/>
                  </a:lnTo>
                  <a:lnTo>
                    <a:pt x="2649610" y="2171531"/>
                  </a:lnTo>
                  <a:lnTo>
                    <a:pt x="2665978" y="2173181"/>
                  </a:lnTo>
                  <a:lnTo>
                    <a:pt x="2535386" y="2173181"/>
                  </a:lnTo>
                  <a:cubicBezTo>
                    <a:pt x="2335346" y="2173181"/>
                    <a:pt x="2173181" y="2335346"/>
                    <a:pt x="2173181" y="2535386"/>
                  </a:cubicBezTo>
                  <a:lnTo>
                    <a:pt x="2173181" y="2689728"/>
                  </a:lnTo>
                  <a:lnTo>
                    <a:pt x="2172484" y="2682816"/>
                  </a:lnTo>
                  <a:lnTo>
                    <a:pt x="2173185" y="2689768"/>
                  </a:lnTo>
                  <a:lnTo>
                    <a:pt x="2173185" y="4138543"/>
                  </a:lnTo>
                  <a:cubicBezTo>
                    <a:pt x="2173185" y="4338583"/>
                    <a:pt x="2011020" y="4500748"/>
                    <a:pt x="1810980" y="4500748"/>
                  </a:cubicBezTo>
                  <a:lnTo>
                    <a:pt x="362205" y="4500748"/>
                  </a:lnTo>
                  <a:cubicBezTo>
                    <a:pt x="162165" y="4500748"/>
                    <a:pt x="0" y="4338583"/>
                    <a:pt x="0" y="4138543"/>
                  </a:cubicBezTo>
                  <a:lnTo>
                    <a:pt x="0" y="2689768"/>
                  </a:lnTo>
                  <a:cubicBezTo>
                    <a:pt x="0" y="2489728"/>
                    <a:pt x="162165" y="2327563"/>
                    <a:pt x="362205" y="2327563"/>
                  </a:cubicBezTo>
                  <a:lnTo>
                    <a:pt x="1810980" y="2327563"/>
                  </a:lnTo>
                  <a:lnTo>
                    <a:pt x="1879858" y="2334507"/>
                  </a:lnTo>
                  <a:lnTo>
                    <a:pt x="1875096" y="2333220"/>
                  </a:lnTo>
                  <a:cubicBezTo>
                    <a:pt x="1854286" y="2329503"/>
                    <a:pt x="1832859" y="2327563"/>
                    <a:pt x="1810980" y="2327563"/>
                  </a:cubicBezTo>
                  <a:lnTo>
                    <a:pt x="1941608" y="2327563"/>
                  </a:lnTo>
                  <a:cubicBezTo>
                    <a:pt x="2141648" y="2327563"/>
                    <a:pt x="2303813" y="2165398"/>
                    <a:pt x="2303813" y="1965358"/>
                  </a:cubicBezTo>
                  <a:lnTo>
                    <a:pt x="2303813" y="1810980"/>
                  </a:lnTo>
                  <a:cubicBezTo>
                    <a:pt x="2303813" y="1832859"/>
                    <a:pt x="2305753" y="1854286"/>
                    <a:pt x="2309470" y="1875096"/>
                  </a:cubicBezTo>
                  <a:lnTo>
                    <a:pt x="2310757" y="1879858"/>
                  </a:lnTo>
                  <a:lnTo>
                    <a:pt x="2303813" y="1810980"/>
                  </a:lnTo>
                  <a:lnTo>
                    <a:pt x="2303813" y="362205"/>
                  </a:lnTo>
                  <a:cubicBezTo>
                    <a:pt x="2303813" y="162165"/>
                    <a:pt x="2465978" y="0"/>
                    <a:pt x="2666018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BE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A33AC4E4-9430-F64D-A3B5-7DC5D7CB2E7B}"/>
                </a:ext>
              </a:extLst>
            </p:cNvPr>
            <p:cNvSpPr/>
            <p:nvPr/>
          </p:nvSpPr>
          <p:spPr>
            <a:xfrm>
              <a:off x="4684321" y="914400"/>
              <a:ext cx="2173185" cy="2173185"/>
            </a:xfrm>
            <a:prstGeom prst="roundRect">
              <a:avLst/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12C6E72B-E777-846C-B99F-901BC5BC96F5}"/>
                </a:ext>
              </a:extLst>
            </p:cNvPr>
            <p:cNvSpPr/>
            <p:nvPr/>
          </p:nvSpPr>
          <p:spPr>
            <a:xfrm>
              <a:off x="2380508" y="3241963"/>
              <a:ext cx="4476998" cy="2173185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2CDB387C-A657-2218-C863-9E53F3E8FA68}"/>
                </a:ext>
              </a:extLst>
            </p:cNvPr>
            <p:cNvSpPr/>
            <p:nvPr/>
          </p:nvSpPr>
          <p:spPr>
            <a:xfrm>
              <a:off x="6988134" y="914398"/>
              <a:ext cx="2173185" cy="2173185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60BFF508-569A-2AE8-8E0B-E22F8E8D348E}"/>
                </a:ext>
              </a:extLst>
            </p:cNvPr>
            <p:cNvSpPr/>
            <p:nvPr/>
          </p:nvSpPr>
          <p:spPr>
            <a:xfrm>
              <a:off x="9291947" y="914400"/>
              <a:ext cx="2823359" cy="2173185"/>
            </a:xfrm>
            <a:prstGeom prst="round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1FB4352F-041F-51DC-5911-7369FAD2EB8D}"/>
                </a:ext>
              </a:extLst>
            </p:cNvPr>
            <p:cNvSpPr/>
            <p:nvPr/>
          </p:nvSpPr>
          <p:spPr>
            <a:xfrm>
              <a:off x="6988134" y="3241963"/>
              <a:ext cx="3717966" cy="2173185"/>
            </a:xfrm>
            <a:prstGeom prst="roundRect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</p:grpSp>
    </p:spTree>
    <p:extLst>
      <p:ext uri="{BB962C8B-B14F-4D97-AF65-F5344CB8AC3E}">
        <p14:creationId xmlns:p14="http://schemas.microsoft.com/office/powerpoint/2010/main" val="12879012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TOLOJANAHARY</dc:creator>
  <cp:lastModifiedBy>Steven TOLOJANAHARY</cp:lastModifiedBy>
  <cp:revision>4</cp:revision>
  <dcterms:created xsi:type="dcterms:W3CDTF">2026-08-23T09:22:00Z</dcterms:created>
  <dcterms:modified xsi:type="dcterms:W3CDTF">2026-08-23T09:57:32Z</dcterms:modified>
</cp:coreProperties>
</file>